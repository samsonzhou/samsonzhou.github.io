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2496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dirty="0"/>
              <a:t>Active Learning with Low-Rank Structure for Data Selection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0640" y="3322320"/>
            <a:ext cx="6858000" cy="252222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Vincent Cohen-Addad</a:t>
            </a:r>
            <a:endParaRPr lang="en-US" dirty="0"/>
          </a:p>
          <a:p>
            <a:r>
              <a:rPr dirty="0"/>
              <a:t>Sasidhar </a:t>
            </a:r>
            <a:r>
              <a:rPr dirty="0" err="1"/>
              <a:t>Kunapuli</a:t>
            </a:r>
            <a:endParaRPr lang="en-US" dirty="0"/>
          </a:p>
          <a:p>
            <a:r>
              <a:rPr dirty="0"/>
              <a:t>Mahdi </a:t>
            </a:r>
            <a:r>
              <a:rPr dirty="0" err="1"/>
              <a:t>Nikda</a:t>
            </a:r>
            <a:r>
              <a:rPr lang="en-US" dirty="0" err="1"/>
              <a:t>n</a:t>
            </a:r>
            <a:endParaRPr lang="en-US" dirty="0"/>
          </a:p>
          <a:p>
            <a:r>
              <a:rPr dirty="0" err="1"/>
              <a:t>Vahab</a:t>
            </a:r>
            <a:r>
              <a:rPr dirty="0"/>
              <a:t> </a:t>
            </a:r>
            <a:r>
              <a:rPr dirty="0" err="1"/>
              <a:t>Mirrokni</a:t>
            </a:r>
            <a:endParaRPr lang="en-US" dirty="0"/>
          </a:p>
          <a:p>
            <a:r>
              <a:rPr dirty="0"/>
              <a:t>David P. Woodruff</a:t>
            </a:r>
            <a:endParaRPr lang="en-US" dirty="0"/>
          </a:p>
          <a:p>
            <a:r>
              <a:rPr dirty="0"/>
              <a:t>Samson Zhou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 Cost of Scale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Training/fine-tuning foundation models is expensive.</a:t>
            </a:r>
          </a:p>
          <a:p>
            <a:pPr>
              <a:buClr>
                <a:schemeClr val="tx1"/>
              </a:buClr>
            </a:pPr>
            <a:r>
              <a:rPr dirty="0">
                <a:solidFill>
                  <a:srgbClr val="0070C0"/>
                </a:solidFill>
              </a:rPr>
              <a:t>Goal</a:t>
            </a:r>
            <a:r>
              <a:rPr dirty="0"/>
              <a:t>: select a small representative coreset.</a:t>
            </a:r>
          </a:p>
          <a:p>
            <a:r>
              <a:rPr dirty="0"/>
              <a:t>Traditional active learning requires scoring the entire dataset.</a:t>
            </a:r>
          </a:p>
          <a:p>
            <a:r>
              <a:rPr dirty="0"/>
              <a:t>Batch methods often select redundant samples.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Clustering Falls Short in High Dimensions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Recent methods use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-center 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-means on embeddings.</a:t>
                </a:r>
              </a:p>
              <a:p>
                <a:r>
                  <a:rPr lang="en-US" dirty="0"/>
                  <a:t>Clustering focuses on local geometry.</a:t>
                </a:r>
              </a:p>
              <a:p>
                <a:r>
                  <a:rPr lang="en-US" dirty="0"/>
                  <a:t>May miss global algebraic structure and dominant variance directions.</a:t>
                </a:r>
              </a:p>
              <a:p>
                <a:r>
                  <a:rPr lang="en-US" dirty="0"/>
                  <a:t>Need methods that capture principal directions.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Moving from Distance to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Prioritize dominant spectral directions.</a:t>
            </a:r>
          </a:p>
          <a:p>
            <a:r>
              <a:t>Low-rank approximations retain critical components.</a:t>
            </a:r>
          </a:p>
          <a:p>
            <a:r>
              <a:t>Connection to LoRA: exploit low-rank structure.</a:t>
            </a:r>
          </a:p>
          <a:p>
            <a:r>
              <a:t>Capture informative training examples via algebraic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Decomposing the Loss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Project data onto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-dimensional subspace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Loss = contribution from subspace directions + residual penalty.</a:t>
                </a:r>
              </a:p>
              <a:p>
                <a:r>
                  <a:rPr lang="en-US" dirty="0"/>
                  <a:t>Residual term proportional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Low-rank structure implies small residual error.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 r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Provable Coresets for Loss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Construct weighted subset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l-GR" dirty="0"/>
                  <a:t>.</a:t>
                </a:r>
              </a:p>
              <a:p>
                <a:r>
                  <a:rPr lang="en-US" dirty="0"/>
                  <a:t>Subset preserves average loss with high probability.</a:t>
                </a:r>
              </a:p>
              <a:p>
                <a:r>
                  <a:rPr lang="en-US" dirty="0"/>
                  <a:t>Error depends on optimal rank-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Lower-rank datasets yield stronger guarantees.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Low-Rank Sensitivity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Compute low-rank basis from embeddings.</a:t>
            </a:r>
          </a:p>
          <a:p>
            <a:r>
              <a:t>2. Compute projections and residuals.</a:t>
            </a:r>
          </a:p>
          <a:p>
            <a:r>
              <a:t>3. Calculate sensitivity scores.</a:t>
            </a:r>
          </a:p>
          <a:p>
            <a:r>
              <a:t>4. Sample proportionally and apply inverse-probability weights.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90C860-C1A3-D1E0-5E0C-A273A10D7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3626762"/>
            <a:ext cx="8298180" cy="3231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Empirical Validation: Credit Card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Compared with random sampling and k-means.</a:t>
            </a:r>
          </a:p>
          <a:p>
            <a:r>
              <a:rPr sz="2800" dirty="0"/>
              <a:t>Much lower coreset approximation error.</a:t>
            </a:r>
          </a:p>
          <a:p>
            <a:r>
              <a:rPr sz="2800" dirty="0"/>
              <a:t>Higher downstream logistic-regression accuracy.</a:t>
            </a:r>
          </a:p>
          <a:p>
            <a:r>
              <a:rPr sz="2800" dirty="0"/>
              <a:t>Outperforms clustering and random baselines.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Up: LLM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sz="2800" dirty="0">
                <a:solidFill>
                  <a:srgbClr val="0070C0"/>
                </a:solidFill>
              </a:rPr>
              <a:t>Models</a:t>
            </a:r>
            <a:r>
              <a:rPr sz="2800" dirty="0"/>
              <a:t>: Llama3-8B and Qwen2.5-3B.</a:t>
            </a:r>
          </a:p>
          <a:p>
            <a:pPr>
              <a:buClr>
                <a:schemeClr val="tx1"/>
              </a:buClr>
            </a:pPr>
            <a:r>
              <a:rPr sz="2800" dirty="0">
                <a:solidFill>
                  <a:srgbClr val="0070C0"/>
                </a:solidFill>
              </a:rPr>
              <a:t>Tasks</a:t>
            </a:r>
            <a:r>
              <a:rPr sz="2800" dirty="0"/>
              <a:t>: GSM8K, </a:t>
            </a:r>
            <a:r>
              <a:rPr sz="2800" dirty="0" err="1"/>
              <a:t>ViGGO</a:t>
            </a:r>
            <a:r>
              <a:rPr sz="2800" dirty="0"/>
              <a:t>, SQL generation.</a:t>
            </a:r>
          </a:p>
          <a:p>
            <a:pPr>
              <a:buClr>
                <a:schemeClr val="tx1"/>
              </a:buClr>
            </a:pPr>
            <a:r>
              <a:rPr sz="2800" dirty="0"/>
              <a:t>Uses only 6.25%</a:t>
            </a:r>
            <a:r>
              <a:rPr lang="en-US" sz="2800" dirty="0"/>
              <a:t>-</a:t>
            </a:r>
            <a:r>
              <a:rPr sz="2800" dirty="0"/>
              <a:t>25% of training data.</a:t>
            </a:r>
          </a:p>
          <a:p>
            <a:r>
              <a:rPr sz="2800" dirty="0"/>
              <a:t>Consistently beats clustering and graph-cut baselines.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33F6C-5688-D6F6-5D34-0428982E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2527"/>
            <a:ext cx="9144000" cy="23763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Transferability Across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selected with Llama3 embeddings transferred to Qwen.</a:t>
            </a:r>
          </a:p>
          <a:p>
            <a:r>
              <a:t>Transferred subsets outperform native selections.</a:t>
            </a:r>
          </a:p>
          <a:p>
            <a:r>
              <a:t>Captures intrinsic dataset structure.</a:t>
            </a:r>
          </a:p>
          <a:p>
            <a:r>
              <a:t>Not tied to model-specific artifacts.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Shifts data selection from geometry to low-rank structure.</a:t>
            </a:r>
          </a:p>
          <a:p>
            <a:r>
              <a:t>Provides strong theoretical guarantees.</a:t>
            </a:r>
          </a:p>
          <a:p>
            <a:r>
              <a:t>Efficient and scalable for modern LLMs.</a:t>
            </a:r>
          </a:p>
          <a:p>
            <a:r>
              <a:t>Delivers superior empirical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372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Active Learning with Low-Rank Structure for Data Selection</vt:lpstr>
      <vt:lpstr>The Cost of Scale in Machine Learning</vt:lpstr>
      <vt:lpstr>Why Clustering Falls Short in High Dimensions</vt:lpstr>
      <vt:lpstr>Moving from Distance to Direction</vt:lpstr>
      <vt:lpstr>Decomposing the Loss Function</vt:lpstr>
      <vt:lpstr>Provable Coresets for Loss Approximation</vt:lpstr>
      <vt:lpstr>Low-Rank Sensitivity Sampling</vt:lpstr>
      <vt:lpstr>Empirical Validation: Credit Card Default</vt:lpstr>
      <vt:lpstr>Scaling Up: LLM Fine-Tuning</vt:lpstr>
      <vt:lpstr>Transferability Across Models</vt:lpstr>
      <vt:lpstr>Summary &amp;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Samson Zhou</cp:lastModifiedBy>
  <cp:revision>2</cp:revision>
  <dcterms:created xsi:type="dcterms:W3CDTF">2013-01-27T09:14:16Z</dcterms:created>
  <dcterms:modified xsi:type="dcterms:W3CDTF">2026-06-02T02:44:35Z</dcterms:modified>
  <cp:category/>
</cp:coreProperties>
</file>