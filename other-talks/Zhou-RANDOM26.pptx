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1446" r:id="rId2"/>
    <p:sldId id="1386" r:id="rId3"/>
    <p:sldId id="264" r:id="rId4"/>
    <p:sldId id="1556" r:id="rId5"/>
    <p:sldId id="1382" r:id="rId6"/>
    <p:sldId id="1383" r:id="rId7"/>
    <p:sldId id="1557" r:id="rId8"/>
    <p:sldId id="1558" r:id="rId9"/>
    <p:sldId id="1559" r:id="rId10"/>
    <p:sldId id="1560" r:id="rId11"/>
    <p:sldId id="1561" r:id="rId12"/>
    <p:sldId id="1564" r:id="rId13"/>
    <p:sldId id="1563" r:id="rId14"/>
    <p:sldId id="1565" r:id="rId15"/>
    <p:sldId id="1562" r:id="rId16"/>
    <p:sldId id="1568" r:id="rId17"/>
    <p:sldId id="1567" r:id="rId18"/>
    <p:sldId id="1569" r:id="rId19"/>
    <p:sldId id="1570" r:id="rId20"/>
    <p:sldId id="1571" r:id="rId21"/>
    <p:sldId id="1572" r:id="rId22"/>
    <p:sldId id="15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on Zhou" userId="be955f33642ecbf5" providerId="LiveId" clId="{AECA9E13-01A6-4D1A-9CCD-84708D7F9BC6}"/>
    <pc:docChg chg="undo redo custSel addSld delSld modSld sldOrd">
      <pc:chgData name="Samson Zhou" userId="be955f33642ecbf5" providerId="LiveId" clId="{AECA9E13-01A6-4D1A-9CCD-84708D7F9BC6}" dt="2026-08-19T13:36:58.291" v="7453" actId="20577"/>
      <pc:docMkLst>
        <pc:docMk/>
      </pc:docMkLst>
      <pc:sldChg chg="modSp mod">
        <pc:chgData name="Samson Zhou" userId="be955f33642ecbf5" providerId="LiveId" clId="{AECA9E13-01A6-4D1A-9CCD-84708D7F9BC6}" dt="2026-08-19T06:05:59.742" v="6916" actId="20577"/>
        <pc:sldMkLst>
          <pc:docMk/>
          <pc:sldMk cId="3757202892" sldId="264"/>
        </pc:sldMkLst>
        <pc:spChg chg="mod">
          <ac:chgData name="Samson Zhou" userId="be955f33642ecbf5" providerId="LiveId" clId="{AECA9E13-01A6-4D1A-9CCD-84708D7F9BC6}" dt="2026-08-19T06:05:59.742" v="6916" actId="20577"/>
          <ac:spMkLst>
            <pc:docMk/>
            <pc:sldMk cId="3757202892" sldId="264"/>
            <ac:spMk id="4" creationId="{00000000-0000-0000-0000-000000000000}"/>
          </ac:spMkLst>
        </pc:spChg>
      </pc:sldChg>
      <pc:sldChg chg="modSp mod">
        <pc:chgData name="Samson Zhou" userId="be955f33642ecbf5" providerId="LiveId" clId="{AECA9E13-01A6-4D1A-9CCD-84708D7F9BC6}" dt="2026-08-18T16:21:40.756" v="17" actId="20577"/>
        <pc:sldMkLst>
          <pc:docMk/>
          <pc:sldMk cId="3858571932" sldId="1382"/>
        </pc:sldMkLst>
        <pc:spChg chg="mod">
          <ac:chgData name="Samson Zhou" userId="be955f33642ecbf5" providerId="LiveId" clId="{AECA9E13-01A6-4D1A-9CCD-84708D7F9BC6}" dt="2026-08-18T16:21:40.756" v="17" actId="20577"/>
          <ac:spMkLst>
            <pc:docMk/>
            <pc:sldMk cId="3858571932" sldId="1382"/>
            <ac:spMk id="5" creationId="{356A55E7-82C6-AA23-635A-42E58F32F16A}"/>
          </ac:spMkLst>
        </pc:spChg>
      </pc:sldChg>
      <pc:sldChg chg="modSp mod">
        <pc:chgData name="Samson Zhou" userId="be955f33642ecbf5" providerId="LiveId" clId="{AECA9E13-01A6-4D1A-9CCD-84708D7F9BC6}" dt="2026-08-18T16:32:52.175" v="158" actId="20577"/>
        <pc:sldMkLst>
          <pc:docMk/>
          <pc:sldMk cId="2827217314" sldId="1383"/>
        </pc:sldMkLst>
        <pc:spChg chg="mod">
          <ac:chgData name="Samson Zhou" userId="be955f33642ecbf5" providerId="LiveId" clId="{AECA9E13-01A6-4D1A-9CCD-84708D7F9BC6}" dt="2026-08-18T16:32:52.175" v="158" actId="20577"/>
          <ac:spMkLst>
            <pc:docMk/>
            <pc:sldMk cId="2827217314" sldId="1383"/>
            <ac:spMk id="5" creationId="{8DFD944A-28B1-93B7-81BA-DB75EA58EDB0}"/>
          </ac:spMkLst>
        </pc:spChg>
      </pc:sldChg>
      <pc:sldChg chg="modSp mod">
        <pc:chgData name="Samson Zhou" userId="be955f33642ecbf5" providerId="LiveId" clId="{AECA9E13-01A6-4D1A-9CCD-84708D7F9BC6}" dt="2026-08-19T13:16:10.755" v="7451" actId="20577"/>
        <pc:sldMkLst>
          <pc:docMk/>
          <pc:sldMk cId="3728998288" sldId="1386"/>
        </pc:sldMkLst>
        <pc:spChg chg="mod">
          <ac:chgData name="Samson Zhou" userId="be955f33642ecbf5" providerId="LiveId" clId="{AECA9E13-01A6-4D1A-9CCD-84708D7F9BC6}" dt="2026-08-19T13:16:10.755" v="7451" actId="20577"/>
          <ac:spMkLst>
            <pc:docMk/>
            <pc:sldMk cId="3728998288" sldId="1386"/>
            <ac:spMk id="3" creationId="{ECE49C69-0734-1B09-C1ED-336F3A3A77E5}"/>
          </ac:spMkLst>
        </pc:spChg>
        <pc:spChg chg="mod">
          <ac:chgData name="Samson Zhou" userId="be955f33642ecbf5" providerId="LiveId" clId="{AECA9E13-01A6-4D1A-9CCD-84708D7F9BC6}" dt="2026-08-19T03:33:25.347" v="4410" actId="1076"/>
          <ac:spMkLst>
            <pc:docMk/>
            <pc:sldMk cId="3728998288" sldId="1386"/>
            <ac:spMk id="4" creationId="{45C0BAD0-80C0-F3C8-2C9F-68661E4F8503}"/>
          </ac:spMkLst>
        </pc:spChg>
        <pc:spChg chg="mod">
          <ac:chgData name="Samson Zhou" userId="be955f33642ecbf5" providerId="LiveId" clId="{AECA9E13-01A6-4D1A-9CCD-84708D7F9BC6}" dt="2026-08-19T03:33:25.347" v="4410" actId="1076"/>
          <ac:spMkLst>
            <pc:docMk/>
            <pc:sldMk cId="3728998288" sldId="1386"/>
            <ac:spMk id="5" creationId="{AC46CFA4-01F4-5F3F-D2FC-7315FEE2FCEA}"/>
          </ac:spMkLst>
        </pc:spChg>
        <pc:spChg chg="mod">
          <ac:chgData name="Samson Zhou" userId="be955f33642ecbf5" providerId="LiveId" clId="{AECA9E13-01A6-4D1A-9CCD-84708D7F9BC6}" dt="2026-08-19T03:33:25.347" v="4410" actId="1076"/>
          <ac:spMkLst>
            <pc:docMk/>
            <pc:sldMk cId="3728998288" sldId="1386"/>
            <ac:spMk id="7" creationId="{7698307B-C5B5-7347-E264-305DB32A1542}"/>
          </ac:spMkLst>
        </pc:spChg>
        <pc:picChg chg="mod">
          <ac:chgData name="Samson Zhou" userId="be955f33642ecbf5" providerId="LiveId" clId="{AECA9E13-01A6-4D1A-9CCD-84708D7F9BC6}" dt="2026-08-19T03:33:25.347" v="4410" actId="1076"/>
          <ac:picMkLst>
            <pc:docMk/>
            <pc:sldMk cId="3728998288" sldId="1386"/>
            <ac:picMk id="8" creationId="{15A01097-D2C2-8C4A-DF26-6E3E2CFA81E2}"/>
          </ac:picMkLst>
        </pc:picChg>
        <pc:picChg chg="mod">
          <ac:chgData name="Samson Zhou" userId="be955f33642ecbf5" providerId="LiveId" clId="{AECA9E13-01A6-4D1A-9CCD-84708D7F9BC6}" dt="2026-08-19T03:33:25.347" v="4410" actId="1076"/>
          <ac:picMkLst>
            <pc:docMk/>
            <pc:sldMk cId="3728998288" sldId="1386"/>
            <ac:picMk id="9" creationId="{C76580A2-8A1A-C1F6-CA31-62CF2FA8B6AB}"/>
          </ac:picMkLst>
        </pc:picChg>
        <pc:picChg chg="mod">
          <ac:chgData name="Samson Zhou" userId="be955f33642ecbf5" providerId="LiveId" clId="{AECA9E13-01A6-4D1A-9CCD-84708D7F9BC6}" dt="2026-08-19T03:33:25.347" v="4410" actId="1076"/>
          <ac:picMkLst>
            <pc:docMk/>
            <pc:sldMk cId="3728998288" sldId="1386"/>
            <ac:picMk id="10" creationId="{1E02D111-9448-49DA-C1D4-3BB401E5AEE7}"/>
          </ac:picMkLst>
        </pc:picChg>
      </pc:sldChg>
      <pc:sldChg chg="modSp mod">
        <pc:chgData name="Samson Zhou" userId="be955f33642ecbf5" providerId="LiveId" clId="{AECA9E13-01A6-4D1A-9CCD-84708D7F9BC6}" dt="2026-08-19T13:36:58.291" v="7453" actId="20577"/>
        <pc:sldMkLst>
          <pc:docMk/>
          <pc:sldMk cId="2902529510" sldId="1446"/>
        </pc:sldMkLst>
        <pc:spChg chg="mod">
          <ac:chgData name="Samson Zhou" userId="be955f33642ecbf5" providerId="LiveId" clId="{AECA9E13-01A6-4D1A-9CCD-84708D7F9BC6}" dt="2026-08-19T13:36:58.291" v="7453" actId="20577"/>
          <ac:spMkLst>
            <pc:docMk/>
            <pc:sldMk cId="2902529510" sldId="1446"/>
            <ac:spMk id="2" creationId="{3E61DE22-6F15-5687-FB98-E6C6C58BCCE2}"/>
          </ac:spMkLst>
        </pc:spChg>
        <pc:picChg chg="mod">
          <ac:chgData name="Samson Zhou" userId="be955f33642ecbf5" providerId="LiveId" clId="{AECA9E13-01A6-4D1A-9CCD-84708D7F9BC6}" dt="2026-08-19T13:13:53.204" v="7388" actId="1076"/>
          <ac:picMkLst>
            <pc:docMk/>
            <pc:sldMk cId="2902529510" sldId="1446"/>
            <ac:picMk id="15" creationId="{3D1EC0FA-F3AF-AA65-9548-2D91DB728F03}"/>
          </ac:picMkLst>
        </pc:picChg>
      </pc:sldChg>
      <pc:sldChg chg="modSp">
        <pc:chgData name="Samson Zhou" userId="be955f33642ecbf5" providerId="LiveId" clId="{AECA9E13-01A6-4D1A-9CCD-84708D7F9BC6}" dt="2026-08-19T06:06:25.834" v="6922" actId="20577"/>
        <pc:sldMkLst>
          <pc:docMk/>
          <pc:sldMk cId="3047446108" sldId="1556"/>
        </pc:sldMkLst>
        <pc:spChg chg="mod">
          <ac:chgData name="Samson Zhou" userId="be955f33642ecbf5" providerId="LiveId" clId="{AECA9E13-01A6-4D1A-9CCD-84708D7F9BC6}" dt="2026-08-19T06:06:25.834" v="6922" actId="20577"/>
          <ac:spMkLst>
            <pc:docMk/>
            <pc:sldMk cId="3047446108" sldId="1556"/>
            <ac:spMk id="5" creationId="{46EDD9D9-1338-4BC5-9D28-964A84C143C2}"/>
          </ac:spMkLst>
        </pc:spChg>
        <pc:spChg chg="mod">
          <ac:chgData name="Samson Zhou" userId="be955f33642ecbf5" providerId="LiveId" clId="{AECA9E13-01A6-4D1A-9CCD-84708D7F9BC6}" dt="2026-08-19T06:06:22.181" v="6921" actId="20577"/>
          <ac:spMkLst>
            <pc:docMk/>
            <pc:sldMk cId="3047446108" sldId="1556"/>
            <ac:spMk id="6" creationId="{B2FD8736-F162-41C2-9CE0-9BF3ADDC3736}"/>
          </ac:spMkLst>
        </pc:spChg>
      </pc:sldChg>
      <pc:sldChg chg="add del">
        <pc:chgData name="Samson Zhou" userId="be955f33642ecbf5" providerId="LiveId" clId="{AECA9E13-01A6-4D1A-9CCD-84708D7F9BC6}" dt="2026-08-18T16:32:57.626" v="159" actId="47"/>
        <pc:sldMkLst>
          <pc:docMk/>
          <pc:sldMk cId="1415862029" sldId="1557"/>
        </pc:sldMkLst>
      </pc:sldChg>
      <pc:sldChg chg="modSp add mod">
        <pc:chgData name="Samson Zhou" userId="be955f33642ecbf5" providerId="LiveId" clId="{AECA9E13-01A6-4D1A-9CCD-84708D7F9BC6}" dt="2026-08-18T16:40:13.840" v="353" actId="6549"/>
        <pc:sldMkLst>
          <pc:docMk/>
          <pc:sldMk cId="1553648279" sldId="1557"/>
        </pc:sldMkLst>
        <pc:spChg chg="mod">
          <ac:chgData name="Samson Zhou" userId="be955f33642ecbf5" providerId="LiveId" clId="{AECA9E13-01A6-4D1A-9CCD-84708D7F9BC6}" dt="2026-08-18T16:33:18.404" v="172" actId="20577"/>
          <ac:spMkLst>
            <pc:docMk/>
            <pc:sldMk cId="1553648279" sldId="1557"/>
            <ac:spMk id="2" creationId="{9E51E44E-DA55-89E1-DB1E-6497277FA0BC}"/>
          </ac:spMkLst>
        </pc:spChg>
        <pc:spChg chg="mod">
          <ac:chgData name="Samson Zhou" userId="be955f33642ecbf5" providerId="LiveId" clId="{AECA9E13-01A6-4D1A-9CCD-84708D7F9BC6}" dt="2026-08-18T16:40:13.840" v="353" actId="6549"/>
          <ac:spMkLst>
            <pc:docMk/>
            <pc:sldMk cId="1553648279" sldId="1557"/>
            <ac:spMk id="5" creationId="{8D73F18F-E1B5-5C5C-0434-49EE263BDABF}"/>
          </ac:spMkLst>
        </pc:spChg>
      </pc:sldChg>
      <pc:sldChg chg="modSp add mod">
        <pc:chgData name="Samson Zhou" userId="be955f33642ecbf5" providerId="LiveId" clId="{AECA9E13-01A6-4D1A-9CCD-84708D7F9BC6}" dt="2026-08-19T13:13:57.614" v="7394" actId="20577"/>
        <pc:sldMkLst>
          <pc:docMk/>
          <pc:sldMk cId="2964813425" sldId="1558"/>
        </pc:sldMkLst>
        <pc:spChg chg="mod">
          <ac:chgData name="Samson Zhou" userId="be955f33642ecbf5" providerId="LiveId" clId="{AECA9E13-01A6-4D1A-9CCD-84708D7F9BC6}" dt="2026-08-19T13:13:57.614" v="7394" actId="20577"/>
          <ac:spMkLst>
            <pc:docMk/>
            <pc:sldMk cId="2964813425" sldId="1558"/>
            <ac:spMk id="2" creationId="{A22C24C9-D702-984B-0E02-ACED83E11369}"/>
          </ac:spMkLst>
        </pc:spChg>
        <pc:spChg chg="mod">
          <ac:chgData name="Samson Zhou" userId="be955f33642ecbf5" providerId="LiveId" clId="{AECA9E13-01A6-4D1A-9CCD-84708D7F9BC6}" dt="2026-08-19T06:13:33.313" v="7204" actId="20577"/>
          <ac:spMkLst>
            <pc:docMk/>
            <pc:sldMk cId="2964813425" sldId="1558"/>
            <ac:spMk id="5" creationId="{42689439-F2C6-81EE-33C9-7E7433E81142}"/>
          </ac:spMkLst>
        </pc:spChg>
      </pc:sldChg>
      <pc:sldChg chg="modSp add mod">
        <pc:chgData name="Samson Zhou" userId="be955f33642ecbf5" providerId="LiveId" clId="{AECA9E13-01A6-4D1A-9CCD-84708D7F9BC6}" dt="2026-08-18T18:49:59.925" v="1405" actId="20577"/>
        <pc:sldMkLst>
          <pc:docMk/>
          <pc:sldMk cId="3131151099" sldId="1559"/>
        </pc:sldMkLst>
        <pc:spChg chg="mod">
          <ac:chgData name="Samson Zhou" userId="be955f33642ecbf5" providerId="LiveId" clId="{AECA9E13-01A6-4D1A-9CCD-84708D7F9BC6}" dt="2026-08-18T18:38:36.292" v="623" actId="20577"/>
          <ac:spMkLst>
            <pc:docMk/>
            <pc:sldMk cId="3131151099" sldId="1559"/>
            <ac:spMk id="2" creationId="{F4F5C2B0-65B1-F98B-8A47-48ED9E39A331}"/>
          </ac:spMkLst>
        </pc:spChg>
        <pc:spChg chg="mod">
          <ac:chgData name="Samson Zhou" userId="be955f33642ecbf5" providerId="LiveId" clId="{AECA9E13-01A6-4D1A-9CCD-84708D7F9BC6}" dt="2026-08-18T18:49:59.925" v="1405" actId="20577"/>
          <ac:spMkLst>
            <pc:docMk/>
            <pc:sldMk cId="3131151099" sldId="1559"/>
            <ac:spMk id="5" creationId="{6905F3A6-BA7E-906C-6920-7CADC4B5CF01}"/>
          </ac:spMkLst>
        </pc:spChg>
      </pc:sldChg>
      <pc:sldChg chg="modSp add mod">
        <pc:chgData name="Samson Zhou" userId="be955f33642ecbf5" providerId="LiveId" clId="{AECA9E13-01A6-4D1A-9CCD-84708D7F9BC6}" dt="2026-08-19T13:14:34.973" v="7411" actId="20577"/>
        <pc:sldMkLst>
          <pc:docMk/>
          <pc:sldMk cId="2407567352" sldId="1560"/>
        </pc:sldMkLst>
        <pc:spChg chg="mod">
          <ac:chgData name="Samson Zhou" userId="be955f33642ecbf5" providerId="LiveId" clId="{AECA9E13-01A6-4D1A-9CCD-84708D7F9BC6}" dt="2026-08-19T13:14:34.973" v="7411" actId="20577"/>
          <ac:spMkLst>
            <pc:docMk/>
            <pc:sldMk cId="2407567352" sldId="1560"/>
            <ac:spMk id="2" creationId="{1CA9D5A5-48D1-0157-E08A-D782B0A10C7C}"/>
          </ac:spMkLst>
        </pc:spChg>
        <pc:spChg chg="mod">
          <ac:chgData name="Samson Zhou" userId="be955f33642ecbf5" providerId="LiveId" clId="{AECA9E13-01A6-4D1A-9CCD-84708D7F9BC6}" dt="2026-08-18T19:33:03.752" v="2019" actId="20577"/>
          <ac:spMkLst>
            <pc:docMk/>
            <pc:sldMk cId="2407567352" sldId="1560"/>
            <ac:spMk id="5" creationId="{9676596E-1776-16AA-9406-716BC6277AC2}"/>
          </ac:spMkLst>
        </pc:spChg>
      </pc:sldChg>
      <pc:sldChg chg="add del">
        <pc:chgData name="Samson Zhou" userId="be955f33642ecbf5" providerId="LiveId" clId="{AECA9E13-01A6-4D1A-9CCD-84708D7F9BC6}" dt="2026-08-18T16:44:11.190" v="539"/>
        <pc:sldMkLst>
          <pc:docMk/>
          <pc:sldMk cId="2695441776" sldId="1560"/>
        </pc:sldMkLst>
      </pc:sldChg>
      <pc:sldChg chg="modSp add mod ord">
        <pc:chgData name="Samson Zhou" userId="be955f33642ecbf5" providerId="LiveId" clId="{AECA9E13-01A6-4D1A-9CCD-84708D7F9BC6}" dt="2026-08-19T02:46:45.060" v="3040" actId="20577"/>
        <pc:sldMkLst>
          <pc:docMk/>
          <pc:sldMk cId="3261657078" sldId="1561"/>
        </pc:sldMkLst>
        <pc:spChg chg="mod">
          <ac:chgData name="Samson Zhou" userId="be955f33642ecbf5" providerId="LiveId" clId="{AECA9E13-01A6-4D1A-9CCD-84708D7F9BC6}" dt="2026-08-19T02:46:45.060" v="3040" actId="20577"/>
          <ac:spMkLst>
            <pc:docMk/>
            <pc:sldMk cId="3261657078" sldId="1561"/>
            <ac:spMk id="2" creationId="{DBD8F2EF-F446-2C9F-D5FC-AB0C559B5D46}"/>
          </ac:spMkLst>
        </pc:spChg>
        <pc:spChg chg="mod">
          <ac:chgData name="Samson Zhou" userId="be955f33642ecbf5" providerId="LiveId" clId="{AECA9E13-01A6-4D1A-9CCD-84708D7F9BC6}" dt="2026-08-19T02:43:33.081" v="2976" actId="20577"/>
          <ac:spMkLst>
            <pc:docMk/>
            <pc:sldMk cId="3261657078" sldId="1561"/>
            <ac:spMk id="5" creationId="{D20C5791-81C8-161C-0775-624E7090D38F}"/>
          </ac:spMkLst>
        </pc:spChg>
      </pc:sldChg>
      <pc:sldChg chg="modSp add mod">
        <pc:chgData name="Samson Zhou" userId="be955f33642ecbf5" providerId="LiveId" clId="{AECA9E13-01A6-4D1A-9CCD-84708D7F9BC6}" dt="2026-08-19T06:08:19.923" v="7032" actId="20577"/>
        <pc:sldMkLst>
          <pc:docMk/>
          <pc:sldMk cId="514633127" sldId="1562"/>
        </pc:sldMkLst>
        <pc:spChg chg="mod">
          <ac:chgData name="Samson Zhou" userId="be955f33642ecbf5" providerId="LiveId" clId="{AECA9E13-01A6-4D1A-9CCD-84708D7F9BC6}" dt="2026-08-19T03:25:00.478" v="4312" actId="20577"/>
          <ac:spMkLst>
            <pc:docMk/>
            <pc:sldMk cId="514633127" sldId="1562"/>
            <ac:spMk id="2" creationId="{F70BDC8A-E56A-ED43-9AF8-3B53C7AEFEAF}"/>
          </ac:spMkLst>
        </pc:spChg>
        <pc:spChg chg="mod">
          <ac:chgData name="Samson Zhou" userId="be955f33642ecbf5" providerId="LiveId" clId="{AECA9E13-01A6-4D1A-9CCD-84708D7F9BC6}" dt="2026-08-19T06:08:19.923" v="7032" actId="20577"/>
          <ac:spMkLst>
            <pc:docMk/>
            <pc:sldMk cId="514633127" sldId="1562"/>
            <ac:spMk id="5" creationId="{1F1A83D2-70F0-C791-C9B1-AB134138A028}"/>
          </ac:spMkLst>
        </pc:spChg>
      </pc:sldChg>
      <pc:sldChg chg="modSp add mod">
        <pc:chgData name="Samson Zhou" userId="be955f33642ecbf5" providerId="LiveId" clId="{AECA9E13-01A6-4D1A-9CCD-84708D7F9BC6}" dt="2026-08-19T03:09:28.990" v="3891" actId="20577"/>
        <pc:sldMkLst>
          <pc:docMk/>
          <pc:sldMk cId="1457433765" sldId="1563"/>
        </pc:sldMkLst>
        <pc:spChg chg="mod">
          <ac:chgData name="Samson Zhou" userId="be955f33642ecbf5" providerId="LiveId" clId="{AECA9E13-01A6-4D1A-9CCD-84708D7F9BC6}" dt="2026-08-19T02:55:47.383" v="3811" actId="207"/>
          <ac:spMkLst>
            <pc:docMk/>
            <pc:sldMk cId="1457433765" sldId="1563"/>
            <ac:spMk id="2" creationId="{9CCE7FF9-11A7-2273-2931-25D2A981FB92}"/>
          </ac:spMkLst>
        </pc:spChg>
        <pc:spChg chg="mod">
          <ac:chgData name="Samson Zhou" userId="be955f33642ecbf5" providerId="LiveId" clId="{AECA9E13-01A6-4D1A-9CCD-84708D7F9BC6}" dt="2026-08-19T03:09:28.990" v="3891" actId="20577"/>
          <ac:spMkLst>
            <pc:docMk/>
            <pc:sldMk cId="1457433765" sldId="1563"/>
            <ac:spMk id="5" creationId="{86574247-770F-064C-D346-31686B8921A4}"/>
          </ac:spMkLst>
        </pc:spChg>
      </pc:sldChg>
      <pc:sldChg chg="add del">
        <pc:chgData name="Samson Zhou" userId="be955f33642ecbf5" providerId="LiveId" clId="{AECA9E13-01A6-4D1A-9CCD-84708D7F9BC6}" dt="2026-08-19T02:46:29.867" v="3010"/>
        <pc:sldMkLst>
          <pc:docMk/>
          <pc:sldMk cId="25031102" sldId="1564"/>
        </pc:sldMkLst>
      </pc:sldChg>
      <pc:sldChg chg="addSp delSp modSp add mod">
        <pc:chgData name="Samson Zhou" userId="be955f33642ecbf5" providerId="LiveId" clId="{AECA9E13-01A6-4D1A-9CCD-84708D7F9BC6}" dt="2026-08-19T13:16:50.686" v="7452" actId="20577"/>
        <pc:sldMkLst>
          <pc:docMk/>
          <pc:sldMk cId="2582819556" sldId="1564"/>
        </pc:sldMkLst>
        <pc:spChg chg="mod">
          <ac:chgData name="Samson Zhou" userId="be955f33642ecbf5" providerId="LiveId" clId="{AECA9E13-01A6-4D1A-9CCD-84708D7F9BC6}" dt="2026-08-19T13:16:50.686" v="7452" actId="20577"/>
          <ac:spMkLst>
            <pc:docMk/>
            <pc:sldMk cId="2582819556" sldId="1564"/>
            <ac:spMk id="2" creationId="{9C9BB6F3-0C4F-5496-42CC-48566177BC76}"/>
          </ac:spMkLst>
        </pc:spChg>
        <pc:spChg chg="mod">
          <ac:chgData name="Samson Zhou" userId="be955f33642ecbf5" providerId="LiveId" clId="{AECA9E13-01A6-4D1A-9CCD-84708D7F9BC6}" dt="2026-08-19T04:54:44.402" v="4714" actId="20577"/>
          <ac:spMkLst>
            <pc:docMk/>
            <pc:sldMk cId="2582819556" sldId="1564"/>
            <ac:spMk id="5" creationId="{F19B750A-56E4-C665-4545-14537E1831F1}"/>
          </ac:spMkLst>
        </pc:spChg>
        <pc:cxnChg chg="add del">
          <ac:chgData name="Samson Zhou" userId="be955f33642ecbf5" providerId="LiveId" clId="{AECA9E13-01A6-4D1A-9CCD-84708D7F9BC6}" dt="2026-08-19T02:52:41.523" v="3586" actId="11529"/>
          <ac:cxnSpMkLst>
            <pc:docMk/>
            <pc:sldMk cId="2582819556" sldId="1564"/>
            <ac:cxnSpMk id="4" creationId="{53285D32-7AD1-3BF4-3C3A-1F14969FA8C5}"/>
          </ac:cxnSpMkLst>
        </pc:cxnChg>
      </pc:sldChg>
      <pc:sldChg chg="modSp add mod">
        <pc:chgData name="Samson Zhou" userId="be955f33642ecbf5" providerId="LiveId" clId="{AECA9E13-01A6-4D1A-9CCD-84708D7F9BC6}" dt="2026-08-19T04:54:37.629" v="4704" actId="20577"/>
        <pc:sldMkLst>
          <pc:docMk/>
          <pc:sldMk cId="3934393501" sldId="1565"/>
        </pc:sldMkLst>
        <pc:spChg chg="mod">
          <ac:chgData name="Samson Zhou" userId="be955f33642ecbf5" providerId="LiveId" clId="{AECA9E13-01A6-4D1A-9CCD-84708D7F9BC6}" dt="2026-08-19T03:15:26.384" v="4286" actId="20577"/>
          <ac:spMkLst>
            <pc:docMk/>
            <pc:sldMk cId="3934393501" sldId="1565"/>
            <ac:spMk id="2" creationId="{69269D11-8D89-4B10-B93A-AA78A51A1002}"/>
          </ac:spMkLst>
        </pc:spChg>
        <pc:spChg chg="mod">
          <ac:chgData name="Samson Zhou" userId="be955f33642ecbf5" providerId="LiveId" clId="{AECA9E13-01A6-4D1A-9CCD-84708D7F9BC6}" dt="2026-08-19T04:54:37.629" v="4704" actId="20577"/>
          <ac:spMkLst>
            <pc:docMk/>
            <pc:sldMk cId="3934393501" sldId="1565"/>
            <ac:spMk id="5" creationId="{5D4B70AB-1521-840C-AAC3-2D0281736B61}"/>
          </ac:spMkLst>
        </pc:spChg>
      </pc:sldChg>
      <pc:sldChg chg="modSp add del mod">
        <pc:chgData name="Samson Zhou" userId="be955f33642ecbf5" providerId="LiveId" clId="{AECA9E13-01A6-4D1A-9CCD-84708D7F9BC6}" dt="2026-08-19T05:08:35.366" v="5112" actId="47"/>
        <pc:sldMkLst>
          <pc:docMk/>
          <pc:sldMk cId="2692361107" sldId="1566"/>
        </pc:sldMkLst>
        <pc:spChg chg="mod">
          <ac:chgData name="Samson Zhou" userId="be955f33642ecbf5" providerId="LiveId" clId="{AECA9E13-01A6-4D1A-9CCD-84708D7F9BC6}" dt="2026-08-19T05:08:27.114" v="5110" actId="6549"/>
          <ac:spMkLst>
            <pc:docMk/>
            <pc:sldMk cId="2692361107" sldId="1566"/>
            <ac:spMk id="2" creationId="{2BEBC5EF-B58C-9913-99C0-37CF86AD97C1}"/>
          </ac:spMkLst>
        </pc:spChg>
      </pc:sldChg>
      <pc:sldChg chg="modSp add mod">
        <pc:chgData name="Samson Zhou" userId="be955f33642ecbf5" providerId="LiveId" clId="{AECA9E13-01A6-4D1A-9CCD-84708D7F9BC6}" dt="2026-08-19T05:29:30.928" v="5431" actId="20577"/>
        <pc:sldMkLst>
          <pc:docMk/>
          <pc:sldMk cId="3193565891" sldId="1567"/>
        </pc:sldMkLst>
        <pc:spChg chg="mod">
          <ac:chgData name="Samson Zhou" userId="be955f33642ecbf5" providerId="LiveId" clId="{AECA9E13-01A6-4D1A-9CCD-84708D7F9BC6}" dt="2026-08-19T05:08:38.596" v="5119" actId="20577"/>
          <ac:spMkLst>
            <pc:docMk/>
            <pc:sldMk cId="3193565891" sldId="1567"/>
            <ac:spMk id="2" creationId="{39FA0C50-2FDA-A17B-185D-5B81389CDECC}"/>
          </ac:spMkLst>
        </pc:spChg>
        <pc:spChg chg="mod">
          <ac:chgData name="Samson Zhou" userId="be955f33642ecbf5" providerId="LiveId" clId="{AECA9E13-01A6-4D1A-9CCD-84708D7F9BC6}" dt="2026-08-19T05:29:30.928" v="5431" actId="20577"/>
          <ac:spMkLst>
            <pc:docMk/>
            <pc:sldMk cId="3193565891" sldId="1567"/>
            <ac:spMk id="5" creationId="{FBC6B34D-1191-D06E-A689-DE346E2E737E}"/>
          </ac:spMkLst>
        </pc:spChg>
      </pc:sldChg>
      <pc:sldChg chg="add del">
        <pc:chgData name="Samson Zhou" userId="be955f33642ecbf5" providerId="LiveId" clId="{AECA9E13-01A6-4D1A-9CCD-84708D7F9BC6}" dt="2026-08-19T05:17:21.176" v="5262"/>
        <pc:sldMkLst>
          <pc:docMk/>
          <pc:sldMk cId="2069496547" sldId="1568"/>
        </pc:sldMkLst>
      </pc:sldChg>
      <pc:sldChg chg="modSp add mod">
        <pc:chgData name="Samson Zhou" userId="be955f33642ecbf5" providerId="LiveId" clId="{AECA9E13-01A6-4D1A-9CCD-84708D7F9BC6}" dt="2026-08-19T05:19:17.460" v="5395" actId="20577"/>
        <pc:sldMkLst>
          <pc:docMk/>
          <pc:sldMk cId="2926562779" sldId="1568"/>
        </pc:sldMkLst>
        <pc:spChg chg="mod">
          <ac:chgData name="Samson Zhou" userId="be955f33642ecbf5" providerId="LiveId" clId="{AECA9E13-01A6-4D1A-9CCD-84708D7F9BC6}" dt="2026-08-19T05:17:30.636" v="5264"/>
          <ac:spMkLst>
            <pc:docMk/>
            <pc:sldMk cId="2926562779" sldId="1568"/>
            <ac:spMk id="2" creationId="{90D9B841-E00C-898D-3B6F-7220BFF6798A}"/>
          </ac:spMkLst>
        </pc:spChg>
        <pc:spChg chg="mod">
          <ac:chgData name="Samson Zhou" userId="be955f33642ecbf5" providerId="LiveId" clId="{AECA9E13-01A6-4D1A-9CCD-84708D7F9BC6}" dt="2026-08-19T05:19:17.460" v="5395" actId="20577"/>
          <ac:spMkLst>
            <pc:docMk/>
            <pc:sldMk cId="2926562779" sldId="1568"/>
            <ac:spMk id="5" creationId="{19BEF9F2-2B7D-9415-5296-A15E93173438}"/>
          </ac:spMkLst>
        </pc:spChg>
      </pc:sldChg>
      <pc:sldChg chg="modSp add mod">
        <pc:chgData name="Samson Zhou" userId="be955f33642ecbf5" providerId="LiveId" clId="{AECA9E13-01A6-4D1A-9CCD-84708D7F9BC6}" dt="2026-08-19T05:30:54.918" v="5591" actId="20577"/>
        <pc:sldMkLst>
          <pc:docMk/>
          <pc:sldMk cId="4012124384" sldId="1569"/>
        </pc:sldMkLst>
        <pc:spChg chg="mod">
          <ac:chgData name="Samson Zhou" userId="be955f33642ecbf5" providerId="LiveId" clId="{AECA9E13-01A6-4D1A-9CCD-84708D7F9BC6}" dt="2026-08-19T05:29:34.379" v="5436" actId="20577"/>
          <ac:spMkLst>
            <pc:docMk/>
            <pc:sldMk cId="4012124384" sldId="1569"/>
            <ac:spMk id="2" creationId="{44BD53F3-8768-5530-5997-16E6B5EFBB39}"/>
          </ac:spMkLst>
        </pc:spChg>
        <pc:spChg chg="mod">
          <ac:chgData name="Samson Zhou" userId="be955f33642ecbf5" providerId="LiveId" clId="{AECA9E13-01A6-4D1A-9CCD-84708D7F9BC6}" dt="2026-08-19T05:30:54.918" v="5591" actId="20577"/>
          <ac:spMkLst>
            <pc:docMk/>
            <pc:sldMk cId="4012124384" sldId="1569"/>
            <ac:spMk id="5" creationId="{56D85E26-A818-055C-1242-4E791B2235C0}"/>
          </ac:spMkLst>
        </pc:spChg>
      </pc:sldChg>
      <pc:sldChg chg="modSp add mod">
        <pc:chgData name="Samson Zhou" userId="be955f33642ecbf5" providerId="LiveId" clId="{AECA9E13-01A6-4D1A-9CCD-84708D7F9BC6}" dt="2026-08-19T05:42:38.411" v="6107" actId="207"/>
        <pc:sldMkLst>
          <pc:docMk/>
          <pc:sldMk cId="2682417604" sldId="1570"/>
        </pc:sldMkLst>
        <pc:spChg chg="mod">
          <ac:chgData name="Samson Zhou" userId="be955f33642ecbf5" providerId="LiveId" clId="{AECA9E13-01A6-4D1A-9CCD-84708D7F9BC6}" dt="2026-08-19T05:42:38.411" v="6107" actId="207"/>
          <ac:spMkLst>
            <pc:docMk/>
            <pc:sldMk cId="2682417604" sldId="1570"/>
            <ac:spMk id="5" creationId="{AE7A5973-A0E2-599B-09AA-3E868E886270}"/>
          </ac:spMkLst>
        </pc:spChg>
      </pc:sldChg>
      <pc:sldChg chg="addSp modSp add mod">
        <pc:chgData name="Samson Zhou" userId="be955f33642ecbf5" providerId="LiveId" clId="{AECA9E13-01A6-4D1A-9CCD-84708D7F9BC6}" dt="2026-08-19T06:03:16.243" v="6765" actId="20577"/>
        <pc:sldMkLst>
          <pc:docMk/>
          <pc:sldMk cId="3419583855" sldId="1571"/>
        </pc:sldMkLst>
        <pc:spChg chg="mod">
          <ac:chgData name="Samson Zhou" userId="be955f33642ecbf5" providerId="LiveId" clId="{AECA9E13-01A6-4D1A-9CCD-84708D7F9BC6}" dt="2026-08-19T05:46:33.886" v="6149" actId="20577"/>
          <ac:spMkLst>
            <pc:docMk/>
            <pc:sldMk cId="3419583855" sldId="1571"/>
            <ac:spMk id="2" creationId="{43257FA1-89F8-D539-DE6D-DA143B24CC0B}"/>
          </ac:spMkLst>
        </pc:spChg>
        <pc:spChg chg="add mod">
          <ac:chgData name="Samson Zhou" userId="be955f33642ecbf5" providerId="LiveId" clId="{AECA9E13-01A6-4D1A-9CCD-84708D7F9BC6}" dt="2026-08-19T06:00:51.914" v="6652" actId="1076"/>
          <ac:spMkLst>
            <pc:docMk/>
            <pc:sldMk cId="3419583855" sldId="1571"/>
            <ac:spMk id="4" creationId="{B8F37AC2-D3FC-BD02-ADBF-F69C1984996C}"/>
          </ac:spMkLst>
        </pc:spChg>
        <pc:spChg chg="mod">
          <ac:chgData name="Samson Zhou" userId="be955f33642ecbf5" providerId="LiveId" clId="{AECA9E13-01A6-4D1A-9CCD-84708D7F9BC6}" dt="2026-08-19T06:03:16.243" v="6765" actId="20577"/>
          <ac:spMkLst>
            <pc:docMk/>
            <pc:sldMk cId="3419583855" sldId="1571"/>
            <ac:spMk id="5" creationId="{9E82E5E2-3CE6-FAE0-BF6F-59BCF58F3F9B}"/>
          </ac:spMkLst>
        </pc:spChg>
      </pc:sldChg>
      <pc:sldChg chg="delSp modSp add mod">
        <pc:chgData name="Samson Zhou" userId="be955f33642ecbf5" providerId="LiveId" clId="{AECA9E13-01A6-4D1A-9CCD-84708D7F9BC6}" dt="2026-08-19T06:04:47.544" v="6911" actId="20577"/>
        <pc:sldMkLst>
          <pc:docMk/>
          <pc:sldMk cId="1722535171" sldId="1572"/>
        </pc:sldMkLst>
        <pc:spChg chg="mod">
          <ac:chgData name="Samson Zhou" userId="be955f33642ecbf5" providerId="LiveId" clId="{AECA9E13-01A6-4D1A-9CCD-84708D7F9BC6}" dt="2026-08-19T05:51:21.953" v="6610" actId="20577"/>
          <ac:spMkLst>
            <pc:docMk/>
            <pc:sldMk cId="1722535171" sldId="1572"/>
            <ac:spMk id="2" creationId="{4B3B379B-C4B1-C02C-FE6B-0F2872E7E270}"/>
          </ac:spMkLst>
        </pc:spChg>
        <pc:spChg chg="del">
          <ac:chgData name="Samson Zhou" userId="be955f33642ecbf5" providerId="LiveId" clId="{AECA9E13-01A6-4D1A-9CCD-84708D7F9BC6}" dt="2026-08-19T05:57:15.369" v="6612" actId="478"/>
          <ac:spMkLst>
            <pc:docMk/>
            <pc:sldMk cId="1722535171" sldId="1572"/>
            <ac:spMk id="4" creationId="{5F4C3F6A-5928-67E5-A0E1-A2650B45F09A}"/>
          </ac:spMkLst>
        </pc:spChg>
        <pc:spChg chg="mod">
          <ac:chgData name="Samson Zhou" userId="be955f33642ecbf5" providerId="LiveId" clId="{AECA9E13-01A6-4D1A-9CCD-84708D7F9BC6}" dt="2026-08-19T06:04:47.544" v="6911" actId="20577"/>
          <ac:spMkLst>
            <pc:docMk/>
            <pc:sldMk cId="1722535171" sldId="1572"/>
            <ac:spMk id="5" creationId="{6B8C4A1A-E9D2-677A-28A6-E6973DF59DBE}"/>
          </ac:spMkLst>
        </pc:spChg>
      </pc:sldChg>
      <pc:sldChg chg="add del">
        <pc:chgData name="Samson Zhou" userId="be955f33642ecbf5" providerId="LiveId" clId="{AECA9E13-01A6-4D1A-9CCD-84708D7F9BC6}" dt="2026-08-19T05:57:37.368" v="6628"/>
        <pc:sldMkLst>
          <pc:docMk/>
          <pc:sldMk cId="195257664" sldId="1573"/>
        </pc:sldMkLst>
      </pc:sldChg>
      <pc:sldChg chg="addSp modSp add mod">
        <pc:chgData name="Samson Zhou" userId="be955f33642ecbf5" providerId="LiveId" clId="{AECA9E13-01A6-4D1A-9CCD-84708D7F9BC6}" dt="2026-08-19T06:16:02.524" v="7364" actId="22"/>
        <pc:sldMkLst>
          <pc:docMk/>
          <pc:sldMk cId="4071095234" sldId="1573"/>
        </pc:sldMkLst>
        <pc:spChg chg="mod">
          <ac:chgData name="Samson Zhou" userId="be955f33642ecbf5" providerId="LiveId" clId="{AECA9E13-01A6-4D1A-9CCD-84708D7F9BC6}" dt="2026-08-19T06:14:55.843" v="7334" actId="20577"/>
          <ac:spMkLst>
            <pc:docMk/>
            <pc:sldMk cId="4071095234" sldId="1573"/>
            <ac:spMk id="2" creationId="{276FB991-5628-50E1-A0A8-C99AD1C76C01}"/>
          </ac:spMkLst>
        </pc:spChg>
        <pc:spChg chg="mod">
          <ac:chgData name="Samson Zhou" userId="be955f33642ecbf5" providerId="LiveId" clId="{AECA9E13-01A6-4D1A-9CCD-84708D7F9BC6}" dt="2026-08-19T06:15:37.975" v="7363" actId="20577"/>
          <ac:spMkLst>
            <pc:docMk/>
            <pc:sldMk cId="4071095234" sldId="1573"/>
            <ac:spMk id="5" creationId="{8B2DC3FF-57C1-FA52-1382-BDA045D3D782}"/>
          </ac:spMkLst>
        </pc:spChg>
        <pc:picChg chg="add">
          <ac:chgData name="Samson Zhou" userId="be955f33642ecbf5" providerId="LiveId" clId="{AECA9E13-01A6-4D1A-9CCD-84708D7F9BC6}" dt="2026-08-19T06:16:02.524" v="7364" actId="22"/>
          <ac:picMkLst>
            <pc:docMk/>
            <pc:sldMk cId="4071095234" sldId="1573"/>
            <ac:picMk id="4" creationId="{E5276B4C-AA23-A911-1B73-F9A1E6621D36}"/>
          </ac:picMkLst>
        </pc:picChg>
      </pc:sldChg>
      <pc:sldChg chg="add del">
        <pc:chgData name="Samson Zhou" userId="be955f33642ecbf5" providerId="LiveId" clId="{AECA9E13-01A6-4D1A-9CCD-84708D7F9BC6}" dt="2026-08-19T06:14:27.159" v="7314"/>
        <pc:sldMkLst>
          <pc:docMk/>
          <pc:sldMk cId="33970383" sldId="15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FB046-70FE-44A3-B533-66ED3E5FBBB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8F106-D1DB-42E7-972A-F9009263B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5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A3DA-082A-6C53-F965-B7CB70E6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E37D7-CF63-702B-23E8-F29404AA1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6B8F9-A504-4DCB-87F5-281352A4D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B9BD1-9581-B930-E35F-B9A1D7919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88009E-4BBB-4B0B-BB6B-AA8DFD977B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9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0DFD2-DD82-9D2B-83E1-94ED3454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20306-F7F9-99B5-1026-D70451FAC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A837F-621A-47F2-CAE6-CE8F7E8D8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AC3B-E34A-FFB9-5BF4-EFE8F1ECC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6229C-5C56-46D3-8AF7-8CB2C6C5FD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300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B8C8-8354-7F3E-3F9B-BC5943011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B10E5-3F9B-F1C8-6F96-FEEC9EB49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470C6-3A49-8E05-7B0E-93EA2585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4789-BE53-981E-9E2A-449DC524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0832E-B664-16AD-468E-29E18F7B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21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77D6-0B66-9441-2AD6-E5912499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DEF8C-C181-5E4F-4828-8AE2562EA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8CB21-1A07-A4C2-3F8A-BC588C92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B815-A286-7AEB-72BB-43EACBA18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98BBD-766C-1438-B4D5-D93E22F3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0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7A08-A551-611C-8E28-5B0A96B2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53288-3323-592A-6BEA-414637922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8D00D-1F05-0B92-1444-5D70A5842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92F97-AE04-0C85-559B-709B3526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41557-835A-869B-5C13-DDEF627B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2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4331-0544-1AC5-BF09-FE12F874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6156A-BFFD-A1FD-7215-6BA9B4883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817DF-BBA4-E9EC-FEBA-E40483F2C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25839-1FAB-0E30-F120-2E843FC9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A71BA-01BF-1DB4-0BE5-2900C2FF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FFA46-97A4-086B-8295-5D607AA6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7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6ADF-043F-47BF-676B-8541CA1E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DCB07-0D9D-7941-B3BB-B153587B4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7EC5-AFED-E7E0-F587-8F123FE3B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E34DE-7FA9-C2FE-0E4F-70F899169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AD4A0-2C55-08BF-3C02-BA89607B0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58A5F0-3698-47BA-A917-2D27C425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54940-9E97-ECD0-DDB1-4A66A51C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3B590-9D25-6CBA-2E9A-E6A40C7E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44E0-6747-A083-EB1B-A4D6B3747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36124-D0CE-F824-0FA7-74E0D3AE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80D10-B21E-1214-40E6-86097F386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4ECAA-EF70-00B6-A403-A167D4EA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49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C796F-929A-FE91-D834-A252AAC3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4F1AB-F0BE-332F-BE0B-68528A34C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FFEB5-073E-8C78-B8CA-6C23D54C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5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3DC0-06C4-DCED-9DE6-C9FAEEBF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8AAF-C330-E8A9-9E88-E7399EBA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B676F-A05D-25A3-7D05-6948BAEA9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3FBE8-11BF-8AAA-CFD5-748E8AA1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DB48F-26E9-4666-7667-6860BC653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ADD23-7345-82FD-B48E-65F0285F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2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3269-D8EF-0369-C475-2F948D2AA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86910-8040-9977-6F8B-EE40D132D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8D4CA-3C28-561A-BE04-979BBB1FC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FA0C0-7DAF-D3E0-5B62-E0E4F0AB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3DFC4-0DE5-C10C-9871-A28A3406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FDB37-065E-8CF3-4117-EE580C13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8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306B-01D0-3C28-C2AD-1FAF6901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C7D0B-1F16-E373-E0E3-9DDAFF6BC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86E01-8DC7-FF77-3051-F85C8E61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B37DB-25D1-9F24-2EFE-FD5794DB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17936-981F-0849-0547-0D2DAC6C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92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440E3-08EF-AEC3-DCF6-E8B5874F0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BB0C3-3DC8-0369-E3CE-E02535E1D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CD6F5-19F1-ED5F-1DBD-6C627DCC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DB188-F8D1-E5B5-E680-C8DA301F7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2E4BA-E7B8-DF2B-9211-1C9E05F4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4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9FC90-123F-345E-9807-CB2A99FF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62E3E-CF7D-71CB-8F98-8903F1246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0E51A-7173-3F4B-CF1F-1EE200158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F8DEA-029F-42BB-99E9-63E118BEA23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A2387-74CC-8535-B69E-714D39BF6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1CDF7-12C0-7D90-C6F0-9A9093A8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B4161-D5EE-447F-8ADC-DA6F99FF5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0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C5B6-A199-4791-C4AA-875B61E9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61DE22-6F15-5687-FB98-E6C6C58BCCE2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1000496" y="683755"/>
                <a:ext cx="10191008" cy="172022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High Probability Streaming Lower Bounds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Estimation</a:t>
                </a:r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61DE22-6F15-5687-FB98-E6C6C58BCC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000496" y="683755"/>
                <a:ext cx="10191008" cy="1720223"/>
              </a:xfrm>
              <a:blipFill>
                <a:blip r:embed="rId3"/>
                <a:stretch>
                  <a:fillRect t="-6028" r="-419" b="-2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0450BF8-E3E5-B6CB-ED54-F00A183897E2}"/>
              </a:ext>
            </a:extLst>
          </p:cNvPr>
          <p:cNvSpPr txBox="1"/>
          <p:nvPr/>
        </p:nvSpPr>
        <p:spPr>
          <a:xfrm>
            <a:off x="4564380" y="4949352"/>
            <a:ext cx="3154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David P. Woodruff</a:t>
            </a:r>
          </a:p>
          <a:p>
            <a:pPr algn="ctr"/>
            <a:r>
              <a:rPr lang="en-US" sz="2400" dirty="0"/>
              <a:t>CMU, Google Research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3DEB9-7D7A-78D2-FD4E-3C4C98658D93}"/>
              </a:ext>
            </a:extLst>
          </p:cNvPr>
          <p:cNvSpPr txBox="1"/>
          <p:nvPr/>
        </p:nvSpPr>
        <p:spPr>
          <a:xfrm>
            <a:off x="9036777" y="4949622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Samson Zhou</a:t>
            </a:r>
          </a:p>
          <a:p>
            <a:pPr algn="ctr"/>
            <a:r>
              <a:rPr lang="en-US" sz="2400" dirty="0"/>
              <a:t>T</a:t>
            </a:r>
            <a:r>
              <a:rPr lang="en-US" altLang="zh-CN" sz="2400" dirty="0"/>
              <a:t>exas A&amp;M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2C89E-322F-86A0-5308-49328B68C18C}"/>
              </a:ext>
            </a:extLst>
          </p:cNvPr>
          <p:cNvSpPr txBox="1"/>
          <p:nvPr/>
        </p:nvSpPr>
        <p:spPr>
          <a:xfrm>
            <a:off x="548097" y="4949352"/>
            <a:ext cx="2926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William </a:t>
            </a:r>
            <a:r>
              <a:rPr lang="en-US" sz="2400" dirty="0" err="1"/>
              <a:t>Swartworth</a:t>
            </a:r>
            <a:endParaRPr lang="en-US" sz="2400" dirty="0"/>
          </a:p>
          <a:p>
            <a:pPr algn="ctr"/>
            <a:r>
              <a:rPr lang="en-US" sz="2400" dirty="0"/>
              <a:t>CMU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1EC0FA-F3AF-AA65-9548-2D91DB728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632" y="2978050"/>
            <a:ext cx="6386110" cy="139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29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FA4D1-0DC5-F654-D0D2-8C17FDED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A0B0-09D2-3BA2-E255-B47973E7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Streaming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49C69-0734-1B09-C1ED-336F3A3A7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Input</a:t>
                </a:r>
                <a:r>
                  <a:rPr lang="en-US" dirty="0"/>
                  <a:t>: Elements of an underlying data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updates arrive sequentially</a:t>
                </a: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Output</a:t>
                </a:r>
                <a:r>
                  <a:rPr lang="en-US" dirty="0"/>
                  <a:t>: Evaluation (or approximation) of a given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49C69-0734-1B09-C1ED-336F3A3A7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C0BAD0-80C0-F3C8-2C9F-68661E4F8503}"/>
              </a:ext>
            </a:extLst>
          </p:cNvPr>
          <p:cNvSpPr txBox="1">
            <a:spLocks/>
          </p:cNvSpPr>
          <p:nvPr/>
        </p:nvSpPr>
        <p:spPr>
          <a:xfrm>
            <a:off x="1123270" y="6078977"/>
            <a:ext cx="2880000" cy="5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sz="2800"/>
              <a:t>Internet traffic</a:t>
            </a:r>
            <a:endParaRPr lang="en-US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46CFA4-01F4-5F3F-D2FC-7315FEE2FCEA}"/>
              </a:ext>
            </a:extLst>
          </p:cNvPr>
          <p:cNvSpPr txBox="1">
            <a:spLocks/>
          </p:cNvSpPr>
          <p:nvPr/>
        </p:nvSpPr>
        <p:spPr>
          <a:xfrm>
            <a:off x="4549908" y="6078977"/>
            <a:ext cx="2880000" cy="5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800" dirty="0"/>
              <a:t>Sensor networks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98307B-C5B5-7347-E264-305DB32A1542}"/>
              </a:ext>
            </a:extLst>
          </p:cNvPr>
          <p:cNvSpPr txBox="1">
            <a:spLocks/>
          </p:cNvSpPr>
          <p:nvPr/>
        </p:nvSpPr>
        <p:spPr>
          <a:xfrm>
            <a:off x="7976546" y="6081398"/>
            <a:ext cx="2880000" cy="57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zh-CN" sz="2800" dirty="0"/>
              <a:t>Stock markets</a:t>
            </a:r>
            <a:endParaRPr lang="en-US" sz="2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A01097-D2C2-8C4A-DF26-6E3E2CFA8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579" y="4324747"/>
            <a:ext cx="2126581" cy="1715343"/>
          </a:xfrm>
          <a:prstGeom prst="rect">
            <a:avLst/>
          </a:prstGeom>
        </p:spPr>
      </p:pic>
      <p:pic>
        <p:nvPicPr>
          <p:cNvPr id="9" name="图片 13">
            <a:extLst>
              <a:ext uri="{FF2B5EF4-FFF2-40B4-BE49-F238E27FC236}">
                <a16:creationId xmlns:a16="http://schemas.microsoft.com/office/drawing/2014/main" id="{C76580A2-8A1A-C1F6-CA31-62CF2FA8B6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4" r="58376" b="22816"/>
          <a:stretch/>
        </p:blipFill>
        <p:spPr>
          <a:xfrm>
            <a:off x="8178750" y="4324746"/>
            <a:ext cx="2376621" cy="1715343"/>
          </a:xfrm>
          <a:prstGeom prst="rect">
            <a:avLst/>
          </a:prstGeom>
        </p:spPr>
      </p:pic>
      <p:pic>
        <p:nvPicPr>
          <p:cNvPr id="10" name="图片 15">
            <a:extLst>
              <a:ext uri="{FF2B5EF4-FFF2-40B4-BE49-F238E27FC236}">
                <a16:creationId xmlns:a16="http://schemas.microsoft.com/office/drawing/2014/main" id="{1E02D111-9448-49DA-C1D4-3BB401E5AEE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3" r="18406" b="13034"/>
          <a:stretch/>
        </p:blipFill>
        <p:spPr>
          <a:xfrm>
            <a:off x="4620478" y="4324746"/>
            <a:ext cx="2738862" cy="171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Frequency Vector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42755" cy="48592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elements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be the frequency of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(How often it appears)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r>
                  <a:rPr lang="en-US" altLang="zh-CN" dirty="0">
                    <a:solidFill>
                      <a:srgbClr val="00B050"/>
                    </a:solidFill>
                  </a:rPr>
                  <a:t>Insertion-only stream</a:t>
                </a:r>
                <a:r>
                  <a:rPr lang="en-US" altLang="zh-CN" dirty="0"/>
                  <a:t>: each update only increases coordinates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Goal</a:t>
                </a:r>
                <a:r>
                  <a:rPr lang="en-US" dirty="0"/>
                  <a:t>: Use space </a:t>
                </a:r>
                <a:r>
                  <a:rPr lang="en-US" i="1" dirty="0">
                    <a:solidFill>
                      <a:srgbClr val="7030A0"/>
                    </a:solidFill>
                  </a:rPr>
                  <a:t>sublinear</a:t>
                </a:r>
                <a:r>
                  <a:rPr lang="en-US" i="1" dirty="0"/>
                  <a:t> </a:t>
                </a:r>
                <a:r>
                  <a:rPr lang="en-US" dirty="0"/>
                  <a:t>in the stream length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dimension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42755" cy="4859260"/>
              </a:xfrm>
              <a:blipFill>
                <a:blip r:embed="rId2"/>
                <a:stretch>
                  <a:fillRect l="-1071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00D81D-0252-476F-8A28-E78DFD4FAB04}"/>
                  </a:ext>
                </a:extLst>
              </p:cNvPr>
              <p:cNvSpPr txBox="1"/>
              <p:nvPr/>
            </p:nvSpPr>
            <p:spPr>
              <a:xfrm>
                <a:off x="2239941" y="3075057"/>
                <a:ext cx="72621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1 1 2 1 2 1 1 2 3 </a:t>
                </a: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Wingdings 3" panose="05040102010807070707" pitchFamily="18" charset="2"/>
                  </a:rPr>
                  <a:t>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4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5, 3, 1, 0</m:t>
                        </m:r>
                      </m:e>
                    </m:d>
                    <m:r>
                      <a:rPr kumimoji="0" lang="en-US" sz="4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4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</m:oMath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00D81D-0252-476F-8A28-E78DFD4FA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941" y="3075057"/>
                <a:ext cx="7262181" cy="707886"/>
              </a:xfrm>
              <a:prstGeom prst="rect">
                <a:avLst/>
              </a:prstGeom>
              <a:blipFill>
                <a:blip r:embed="rId3"/>
                <a:stretch>
                  <a:fillRect l="-2936" t="-17094" b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2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9AC-DCE6-4371-8DE2-D617E99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Frequency Moments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elements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be the frequency of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(How often it appears)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 the frequency moment of the vector:</a:t>
                </a:r>
              </a:p>
              <a:p>
                <a:pPr lvl="1">
                  <a:buClr>
                    <a:schemeClr val="tx1"/>
                  </a:buClr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lvl="1">
                  <a:buClr>
                    <a:schemeClr val="tx1"/>
                  </a:buClr>
                </a:pPr>
                <a:endParaRPr lang="en-US" dirty="0"/>
              </a:p>
              <a:p>
                <a:pPr lvl="1">
                  <a:buClr>
                    <a:schemeClr val="tx1"/>
                  </a:buClr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Goal</a:t>
                </a:r>
                <a:r>
                  <a:rPr lang="en-US" dirty="0"/>
                  <a:t>: </a:t>
                </a:r>
                <a:r>
                  <a:rPr lang="en-US" dirty="0">
                    <a:solidFill>
                      <a:schemeClr val="tx1"/>
                    </a:solidFill>
                  </a:rPr>
                  <a:t>Given a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elements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 an accuracy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output a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Motivation</a:t>
                </a:r>
                <a:r>
                  <a:rPr lang="en-US" dirty="0"/>
                  <a:t>: Entropy estimation, linear regression, subroutine for many other problems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6EDD9D9-1338-4BC5-9D28-964A84C14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FD8736-F162-41C2-9CE0-9BF3ADDC3736}"/>
                  </a:ext>
                </a:extLst>
              </p:cNvPr>
              <p:cNvSpPr/>
              <p:nvPr/>
            </p:nvSpPr>
            <p:spPr>
              <a:xfrm>
                <a:off x="3263654" y="3369518"/>
                <a:ext cx="625331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…+</m:t>
                      </m:r>
                      <m:sSup>
                        <m:sSupPr>
                          <m:ctrlP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FD8736-F162-41C2-9CE0-9BF3ADDC3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654" y="3369518"/>
                <a:ext cx="625331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744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"/>
    </mc:Choice>
    <mc:Fallback xmlns="">
      <p:transition spd="slow" advTm="17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A9C3-3702-CEE6-2ADF-3E8393B6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466F46-813A-0FAD-E729-06BAB38066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Estimation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466F46-813A-0FAD-E729-06BAB3806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356A55E7-82C6-AA23-635A-42E58F32F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AMS algorithm gives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bits of communication </a:t>
                </a:r>
                <a:r>
                  <a:rPr lang="en-US" dirty="0">
                    <a:solidFill>
                      <a:schemeClr val="accent1"/>
                    </a:solidFill>
                  </a:rPr>
                  <a:t>[AlonMatiasSzegedy99]</a:t>
                </a: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−1,+1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be a random sign vector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356A55E7-82C6-AA23-635A-42E58F32F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3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57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29A5-9A1C-4A3D-BEC4-A0113B6E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3005-D7FE-4C66-C984-53A956EB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AMS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DFD944A-28B1-93B7-81BA-DB75EA58E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 lnSpcReduction="10000"/>
              </a:bodyPr>
              <a:lstStyle/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≤6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Chebyshev’s inequality</a:t>
                </a:r>
                <a:r>
                  <a:rPr lang="en-US" dirty="0"/>
                  <a:t>: the average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/>
                  <a:t> independent instances gets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-approximation with probability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Chernoff bounds / median-of-means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-approximation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moment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using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dirty="0"/>
                  <a:t> bits of communication </a:t>
                </a:r>
                <a:r>
                  <a:rPr lang="en-US" dirty="0">
                    <a:solidFill>
                      <a:schemeClr val="accent1"/>
                    </a:solidFill>
                  </a:rPr>
                  <a:t>[AlonMatiasSzegedy99]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DFD944A-28B1-93B7-81BA-DB75EA58E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217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6A009-F77C-1D30-70A4-76EB6A79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E44E-DA55-89E1-DB1E-6497277F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Lower Bounds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D73F18F-E1B5-5C5C-0434-49EE263BD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lower bound from Gap-Hamming and INDEX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[Woodruff04]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lower bound from Exam-Set-</a:t>
                </a:r>
                <a:r>
                  <a:rPr lang="en-US" dirty="0" err="1"/>
                  <a:t>Disjointness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[BravermanZamir26]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D73F18F-E1B5-5C5C-0434-49EE263BD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648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1B56-8B62-8A46-E0DD-84F04DE4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24C9-D702-984B-0E02-ACED83E1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Our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2689439-F2C6-81EE-33C9-7E7433E81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775623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lower bound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New communication problem called Exam-Mostly-Set-</a:t>
                </a:r>
                <a:r>
                  <a:rPr lang="en-US" dirty="0" err="1"/>
                  <a:t>Disjointness</a:t>
                </a:r>
                <a:endParaRPr lang="en-US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lower bound for Exam-Mostly-Set-</a:t>
                </a:r>
                <a:r>
                  <a:rPr lang="en-US" dirty="0" err="1"/>
                  <a:t>Disjointness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Better algorithms for bounded support and bounded frequency</a:t>
                </a: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</m:e>
                        </m:func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space when all coordinates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</m:e>
                        </m:func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space when support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:endParaRPr lang="en-US" i="1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2689439-F2C6-81EE-33C9-7E7433E81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775623" cy="4734973"/>
              </a:xfrm>
              <a:blipFill>
                <a:blip r:embed="rId2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813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8637B-CC3C-BFD2-97B5-EB26B4D4C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C2B0-65B1-F98B-8A47-48ED9E39A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Communication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6905F3A6-BA7E-906C-6920-7CADC4B5C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832184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b="0" dirty="0">
                    <a:solidFill>
                      <a:srgbClr val="00B050"/>
                    </a:solidFill>
                  </a:rPr>
                  <a:t>Multi-party, one-way model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players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get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drawn from a joint distribution and must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First player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considers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sends a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Each player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considers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sends a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+1 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The protocol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dirty="0"/>
                  <a:t> has a transcript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the communication cost is the length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i.e., the total communication across all players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6905F3A6-BA7E-906C-6920-7CADC4B5C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832184" cy="4734973"/>
              </a:xfrm>
              <a:blipFill>
                <a:blip r:embed="rId2"/>
                <a:stretch>
                  <a:fillRect l="-1014" t="-2059" r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15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E1F36-745E-E378-D26E-58AA4384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D5A5-48D1-0157-E08A-D782B0A1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(Distributional) Set </a:t>
            </a:r>
            <a:r>
              <a:rPr lang="en-US" dirty="0" err="1">
                <a:solidFill>
                  <a:srgbClr val="C00000"/>
                </a:solidFill>
              </a:rPr>
              <a:t>Disjointness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9676596E-1776-16AA-9406-716BC6277A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b="0" dirty="0"/>
                  <a:t>Universe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number of players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case: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For each item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2">
                  <a:buClr>
                    <a:schemeClr val="tx1"/>
                  </a:buClr>
                </a:pPr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assign it to no one</a:t>
                </a:r>
              </a:p>
              <a:p>
                <a:pPr lvl="2">
                  <a:buClr>
                    <a:schemeClr val="tx1"/>
                  </a:buClr>
                </a:pPr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assign to a random player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FF0000"/>
                    </a:solidFill>
                  </a:rPr>
                  <a:t>NO</a:t>
                </a:r>
                <a:r>
                  <a:rPr lang="en-US" dirty="0"/>
                  <a:t> case: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For a special random item, assign it to ALL players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For each other item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2">
                  <a:buClr>
                    <a:schemeClr val="tx1"/>
                  </a:buClr>
                </a:pPr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assign it to no one</a:t>
                </a:r>
              </a:p>
              <a:p>
                <a:pPr lvl="2">
                  <a:buClr>
                    <a:schemeClr val="tx1"/>
                  </a:buClr>
                </a:pPr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assign to a random player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9676596E-1776-16AA-9406-716BC6277A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567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D7DC-FC04-662B-8779-A7C3759F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F2EF-F446-2C9F-D5FC-AB0C559B5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Complexity of Set </a:t>
            </a:r>
            <a:r>
              <a:rPr lang="en-US" dirty="0" err="1">
                <a:solidFill>
                  <a:srgbClr val="C00000"/>
                </a:solidFill>
              </a:rPr>
              <a:t>Disjointness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20C5791-81C8-161C-0775-624E7090D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 lnSpcReduction="10000"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I</a:t>
                </a:r>
                <a:r>
                  <a:rPr lang="en-US" b="0" dirty="0"/>
                  <a:t>n the </a:t>
                </a:r>
                <a:r>
                  <a:rPr lang="en-US" dirty="0">
                    <a:solidFill>
                      <a:srgbClr val="FF0000"/>
                    </a:solidFill>
                  </a:rPr>
                  <a:t>NO</a:t>
                </a:r>
                <a:r>
                  <a:rPr lang="en-US" dirty="0"/>
                  <a:t> case, there is a common item among ALL players, and for sufficiently large universe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,</a:t>
                </a:r>
                <a:r>
                  <a:rPr lang="en-US" dirty="0"/>
                  <a:t> each player has a set of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endParaRPr lang="en-US" i="1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First player can communicate all elements using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communication</a:t>
                </a:r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Better approaches where players iteratively remove candidates for the common intersection </a:t>
                </a:r>
                <a:r>
                  <a:rPr lang="en-US" dirty="0">
                    <a:solidFill>
                      <a:srgbClr val="0070C0"/>
                    </a:solidFill>
                  </a:rPr>
                  <a:t>[HastadWidgerson07]</a:t>
                </a:r>
                <a:r>
                  <a:rPr lang="en-US" dirty="0"/>
                  <a:t> using total communication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Lower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[ChakrabartiKhotSun03]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20C5791-81C8-161C-0775-624E7090D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831" r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657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EA81E-D80C-5CC3-8808-08A61BD2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9BB6F3-0C4F-5496-42CC-48566177BC7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Set </a:t>
                </a:r>
                <a:r>
                  <a:rPr lang="en-US" dirty="0" err="1">
                    <a:solidFill>
                      <a:srgbClr val="C00000"/>
                    </a:solidFill>
                  </a:rPr>
                  <a:t>Disjointness</a:t>
                </a:r>
                <a:r>
                  <a:rPr lang="en-US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9BB6F3-0C4F-5496-42CC-48566177B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F19B750A-56E4-C665-4545-14537E183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total communication across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players, so it could be possible that each player sends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/>
                  <a:t> bits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Can be simulated by a streaming algorithm with space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case,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coordinates each appear once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FF0000"/>
                    </a:solidFill>
                  </a:rPr>
                  <a:t>NO</a:t>
                </a:r>
                <a:r>
                  <a:rPr lang="en-US" dirty="0"/>
                  <a:t> case, also a single coordinate that appears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Only gives lower bound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F19B750A-56E4-C665-4545-14537E183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3"/>
                <a:stretch>
                  <a:fillRect l="-1071"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819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79FE-C180-54CA-7EE5-E5F058A9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7FF9-11A7-2273-2931-25D2A981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 Set </a:t>
            </a:r>
            <a:r>
              <a:rPr lang="en-US" dirty="0" err="1">
                <a:solidFill>
                  <a:srgbClr val="C00000"/>
                </a:solidFill>
              </a:rPr>
              <a:t>Disjointness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[BravermanZamir26]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6574247-770F-064C-D346-31686B8921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b="0" dirty="0"/>
                  <a:t>Universe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number of players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last player is a referee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Inputs to all other players the same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Referee has special item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and must decide whether set intersection is disjoint or equal to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b="0" dirty="0"/>
                  <a:t>Harder communication problem, so still </a:t>
                </a:r>
                <a:r>
                  <a:rPr lang="en-US" dirty="0"/>
                  <a:t>lower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6574247-770F-064C-D346-31686B892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433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D870A-E0A1-D9DF-63FC-D86A27646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9D11-8D89-4B10-B93A-AA78A51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Boosting the Gap </a:t>
            </a:r>
            <a:r>
              <a:rPr lang="en-US" dirty="0">
                <a:solidFill>
                  <a:srgbClr val="0070C0"/>
                </a:solidFill>
              </a:rPr>
              <a:t>[BravermanZamir26]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5D4B70AB-1521-840C-AAC3-2D0281736B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Special item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used to “boost” the gap between </a:t>
                </a:r>
                <a:r>
                  <a:rPr lang="en-US" b="0" dirty="0">
                    <a:solidFill>
                      <a:srgbClr val="00B050"/>
                    </a:solidFill>
                  </a:rPr>
                  <a:t>YES</a:t>
                </a:r>
                <a:r>
                  <a:rPr lang="en-US" b="0" dirty="0"/>
                  <a:t>/</a:t>
                </a:r>
                <a:r>
                  <a:rPr lang="en-US" b="0" dirty="0">
                    <a:solidFill>
                      <a:srgbClr val="FF0000"/>
                    </a:solidFill>
                  </a:rPr>
                  <a:t>NO</a:t>
                </a:r>
                <a:r>
                  <a:rPr lang="en-US" b="0" dirty="0"/>
                  <a:t> cases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Referee adds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copies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case,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coordinates each appear once, single item appears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dirty="0"/>
                  <a:t>  times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FF0000"/>
                    </a:solidFill>
                  </a:rPr>
                  <a:t>NO</a:t>
                </a:r>
                <a:r>
                  <a:rPr lang="en-US" dirty="0"/>
                  <a:t> case, also same coordinate appears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times </a:t>
                </a: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so distinguishable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Lower bound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endParaRPr lang="en-US" b="0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5D4B70AB-1521-840C-AAC3-2D0281736B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39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6629-24C8-8FF8-EF2C-18710A84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DC8A-E56A-ED43-9AF8-3B53C7AE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Packing Multiple Instances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1F1A83D2-70F0-C791-C9B1-AB134138A0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Have a number of different instances, with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=2,4,8,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players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Lower bound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dirty="0"/>
                  <a:t> for each instance, independent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Direct sum argument across instances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lower bound</a:t>
                </a:r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FF0000"/>
                    </a:solidFill>
                  </a:rPr>
                  <a:t>A few caveats</a:t>
                </a:r>
                <a:r>
                  <a:rPr lang="en-US" dirty="0"/>
                  <a:t>: instances are not independent, use tuples of elements instead, instances are “interweaved” in the data stream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Overall good template, just need “harder” communication problem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1F1A83D2-70F0-C791-C9B1-AB134138A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633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BCB3-09C7-EE1A-D35C-127E1D72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B841-E00C-898D-3B6F-7220BFF6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Mostly Set </a:t>
            </a:r>
            <a:r>
              <a:rPr lang="en-US" dirty="0" err="1">
                <a:solidFill>
                  <a:srgbClr val="C00000"/>
                </a:solidFill>
              </a:rPr>
              <a:t>Disjointness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19BEF9F2-2B7D-9415-5296-A15E93173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b="0" dirty="0"/>
                  <a:t>Universe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number of players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/>
              </a:p>
              <a:p>
                <a:pPr>
                  <a:buClr>
                    <a:schemeClr val="tx1"/>
                  </a:buClr>
                </a:pPr>
                <a:endParaRPr lang="en-US" i="1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case,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-almost disjoint: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At most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repeated items across all players</a:t>
                </a:r>
              </a:p>
              <a:p>
                <a:pPr lvl="1"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FF0000"/>
                    </a:solidFill>
                  </a:rPr>
                  <a:t>NO</a:t>
                </a:r>
                <a:r>
                  <a:rPr lang="en-US" dirty="0"/>
                  <a:t> case: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For a special random item, assign it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players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All other items, at most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repeated items across all players</a:t>
                </a:r>
              </a:p>
              <a:p>
                <a:pPr marL="0" indent="0">
                  <a:buClr>
                    <a:schemeClr val="tx1"/>
                  </a:buClr>
                  <a:buNone/>
                </a:pPr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19BEF9F2-2B7D-9415-5296-A15E93173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562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4FA1-5BF9-8031-DDEA-A6C160A0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A0C50-2FDA-A17B-185D-5B81389C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Mostly Set </a:t>
            </a:r>
            <a:r>
              <a:rPr lang="en-US" dirty="0" err="1">
                <a:solidFill>
                  <a:srgbClr val="C00000"/>
                </a:solidFill>
              </a:rPr>
              <a:t>Disjointness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FBC6B34D-1191-D06E-A689-DE346E2E73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b="0" dirty="0"/>
                  <a:t>Universe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number of players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case,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-almost disjoint: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For each item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2">
                  <a:buClr>
                    <a:schemeClr val="tx1"/>
                  </a:buClr>
                </a:pPr>
                <a:r>
                  <a:rPr lang="en-US" dirty="0"/>
                  <a:t>For each player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assign the item with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FF0000"/>
                    </a:solidFill>
                  </a:rPr>
                  <a:t>NO</a:t>
                </a:r>
                <a:r>
                  <a:rPr lang="en-US" dirty="0"/>
                  <a:t> case: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For a special random item, assign it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players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For each other item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2">
                  <a:buClr>
                    <a:schemeClr val="tx1"/>
                  </a:buClr>
                </a:pPr>
                <a:r>
                  <a:rPr lang="en-US" dirty="0"/>
                  <a:t>For each player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assign the item with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pPr marL="914400" lvl="2" indent="0">
                  <a:buClr>
                    <a:schemeClr val="tx1"/>
                  </a:buClr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FBC6B34D-1191-D06E-A689-DE346E2E73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565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9804F-92C3-BF7C-A188-833E42CF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53F3-8768-5530-5997-16E6B5EF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 Mostly Set </a:t>
            </a:r>
            <a:r>
              <a:rPr lang="en-US" dirty="0" err="1">
                <a:solidFill>
                  <a:srgbClr val="C00000"/>
                </a:solidFill>
              </a:rPr>
              <a:t>Disjointness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56D85E26-A818-055C-1242-4E791B2235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Mostly set </a:t>
                </a:r>
                <a:r>
                  <a:rPr lang="en-US" dirty="0" err="1"/>
                  <a:t>disjointness</a:t>
                </a:r>
                <a:r>
                  <a:rPr lang="en-US" dirty="0"/>
                  <a:t> problem, but also extra player (referee)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Inputs to all other players the same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Referee has special item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and must decide whether mostly set intersection is disjoint or equal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We show this problem has lower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func>
                          <m:funcPr>
                            <m:ctrl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56D85E26-A818-055C-1242-4E791B2235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124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D84B-B2C4-409F-B75C-E27F0600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37D5-92CF-D98B-E2BC-4CE434D4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 Mostly Set </a:t>
            </a:r>
            <a:r>
              <a:rPr lang="en-US" dirty="0" err="1">
                <a:solidFill>
                  <a:srgbClr val="C00000"/>
                </a:solidFill>
              </a:rPr>
              <a:t>Disjointness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AE7A5973-A0E2-599B-09AA-3E868E8862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One bit problem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𝑐𝑡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each player receives a single bit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case, Hamming weight at most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>
                    <a:solidFill>
                      <a:srgbClr val="FF0000"/>
                    </a:solidFill>
                  </a:rPr>
                  <a:t>NO</a:t>
                </a:r>
                <a:r>
                  <a:rPr lang="en-US" dirty="0"/>
                  <a:t> case, Hamming weight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𝑐𝑡</m:t>
                    </m:r>
                  </m:oMath>
                </a14:m>
                <a:endParaRPr lang="en-US" i="1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Suffices to measure conditional information cost on </a:t>
                </a:r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dirty="0"/>
                  <a:t> case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input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input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when auxiliary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i="1" dirty="0"/>
              </a:p>
              <a:p>
                <a:pPr lvl="1">
                  <a:buClr>
                    <a:schemeClr val="tx1"/>
                  </a:buClr>
                </a:pPr>
                <a:endParaRPr lang="en-US" i="1" dirty="0"/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known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dirty="0"/>
                  <a:t> by amplification argument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AE7A5973-A0E2-599B-09AA-3E868E8862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1931"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417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3B35B-BCD6-8E4B-9861-80EA39BB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7FA1-89F8-D539-DE6D-DA143B24C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Hard Distribution to Product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9E82E5E2-3CE6-FAE0-BF6F-59BCF58F3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as the distribution where each coordinate is set to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i="1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Constant probability of all zeros vector,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of any specific elementary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so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𝑝𝑡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of seeing </a:t>
                </a:r>
                <a:r>
                  <a:rPr lang="en-US" i="1" dirty="0"/>
                  <a:t>some</a:t>
                </a:r>
                <a:r>
                  <a:rPr lang="en-US" dirty="0"/>
                  <a:t> elementary vector</a:t>
                </a:r>
              </a:p>
              <a:p>
                <a:pPr>
                  <a:buClr>
                    <a:schemeClr val="tx1"/>
                  </a:buClr>
                </a:pPr>
                <a:endParaRPr lang="en-US" i="1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Coupling argument to show lower bound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9E82E5E2-3CE6-FAE0-BF6F-59BCF58F3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1802" r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F37AC2-D3FC-BD02-ADBF-F69C1984996C}"/>
                  </a:ext>
                </a:extLst>
              </p:cNvPr>
              <p:cNvSpPr txBox="1"/>
              <p:nvPr/>
            </p:nvSpPr>
            <p:spPr>
              <a:xfrm>
                <a:off x="2988298" y="5958344"/>
                <a:ext cx="7369404" cy="737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𝑝𝑡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func>
                          <m:funcPr>
                            <m:ctrlP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func>
                          <m:funcPr>
                            <m:ctrlP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func>
                          <m:funcPr>
                            <m:ctrlP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F37AC2-D3FC-BD02-ADBF-F69C19849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298" y="5958344"/>
                <a:ext cx="7369404" cy="7371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583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11B3-6A01-B1C8-6479-51A275FB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379B-C4B1-C02C-FE6B-0F2872E7E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Direct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6B8C4A1A-E9D2-677A-28A6-E6973DF59D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Universe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Single coordinate problem has information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Overall information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6B8C4A1A-E9D2-677A-28A6-E6973DF59D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1071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535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0A9F4-3B9A-98E2-1D5E-CD0D3127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FB991-5628-50E1-A0A8-C99AD1C7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Summary and Next Directions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B2DC3FF-57C1-FA52-1382-BDA045D3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lower bound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dirty="0"/>
                  <a:t>New communication problem called Exam-Mostly-Set-</a:t>
                </a:r>
                <a:r>
                  <a:rPr lang="en-US" dirty="0" err="1"/>
                  <a:t>Disjointness</a:t>
                </a:r>
                <a:endParaRPr lang="en-US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lower bound for Exam-Mostly-Set-</a:t>
                </a:r>
                <a:r>
                  <a:rPr lang="en-US" dirty="0" err="1"/>
                  <a:t>Disjointness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Better algorithms for bounded support and bounded frequency</a:t>
                </a: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</m:e>
                        </m:func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space when all coordinates at most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</m:e>
                        </m:func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space when support at most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>
                  <a:buClr>
                    <a:schemeClr val="tx1"/>
                  </a:buClr>
                </a:pPr>
                <a:endParaRPr lang="en-US" dirty="0"/>
              </a:p>
              <a:p>
                <a:pPr>
                  <a:buClr>
                    <a:schemeClr val="tx1"/>
                  </a:buClr>
                </a:pPr>
                <a:r>
                  <a:rPr lang="en-US" dirty="0"/>
                  <a:t>Question: High probability bounds for all frequency moments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B2DC3FF-57C1-FA52-1382-BDA045D3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242755" cy="4734973"/>
              </a:xfrm>
              <a:blipFill>
                <a:blip r:embed="rId2"/>
                <a:stretch>
                  <a:fillRect l="-952" t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Image result for thank you">
            <a:extLst>
              <a:ext uri="{FF2B5EF4-FFF2-40B4-BE49-F238E27FC236}">
                <a16:creationId xmlns:a16="http://schemas.microsoft.com/office/drawing/2014/main" id="{E5276B4C-AA23-A911-1B73-F9A1E6621D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" r="5" b="5"/>
          <a:stretch/>
        </p:blipFill>
        <p:spPr bwMode="auto">
          <a:xfrm>
            <a:off x="8560735" y="0"/>
            <a:ext cx="3425525" cy="192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095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1352</Words>
  <Application>Microsoft Office PowerPoint</Application>
  <PresentationFormat>Widescreen</PresentationFormat>
  <Paragraphs>171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High Probability Streaming Lower Bounds for F_2 Estimation</vt:lpstr>
      <vt:lpstr>Streaming Model</vt:lpstr>
      <vt:lpstr>Frequency Vector</vt:lpstr>
      <vt:lpstr>Frequency Moments</vt:lpstr>
      <vt:lpstr>F_2 Estimation</vt:lpstr>
      <vt:lpstr>AMS Algorithm</vt:lpstr>
      <vt:lpstr>Lower Bounds</vt:lpstr>
      <vt:lpstr>Our Results</vt:lpstr>
      <vt:lpstr>Communication Complexity</vt:lpstr>
      <vt:lpstr>(Distributional) Set Disjointness</vt:lpstr>
      <vt:lpstr>Complexity of Set Disjointness</vt:lpstr>
      <vt:lpstr>Set Disjointness and F_2</vt:lpstr>
      <vt:lpstr>Exam Set Disjointness [BravermanZamir26]</vt:lpstr>
      <vt:lpstr>Boosting the Gap [BravermanZamir26]</vt:lpstr>
      <vt:lpstr>Packing Multiple Instances</vt:lpstr>
      <vt:lpstr>Mostly Set Disjointness</vt:lpstr>
      <vt:lpstr>Mostly Set Disjointness</vt:lpstr>
      <vt:lpstr>Exam Mostly Set Disjointness</vt:lpstr>
      <vt:lpstr>Exam Mostly Set Disjointness</vt:lpstr>
      <vt:lpstr>Hard Distribution to Product Distribution</vt:lpstr>
      <vt:lpstr>Direct Sum</vt:lpstr>
      <vt:lpstr>Summary and Next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 Zhou</dc:creator>
  <cp:lastModifiedBy>Samson Zhou</cp:lastModifiedBy>
  <cp:revision>2</cp:revision>
  <dcterms:created xsi:type="dcterms:W3CDTF">2026-08-14T21:48:45Z</dcterms:created>
  <dcterms:modified xsi:type="dcterms:W3CDTF">2026-08-19T13:37:07Z</dcterms:modified>
</cp:coreProperties>
</file>