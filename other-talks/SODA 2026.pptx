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89" r:id="rId3"/>
    <p:sldId id="29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63" d="100"/>
          <a:sy n="63" d="100"/>
        </p:scale>
        <p:origin x="1929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son Zhou" userId="be955f33642ecbf5" providerId="LiveId" clId="{18D9C49A-30F7-48FE-9D6C-E100F2E84471}"/>
    <pc:docChg chg="custSel addSld modSld">
      <pc:chgData name="Samson Zhou" userId="be955f33642ecbf5" providerId="LiveId" clId="{18D9C49A-30F7-48FE-9D6C-E100F2E84471}" dt="2026-01-04T04:29:18.677" v="18" actId="1076"/>
      <pc:docMkLst>
        <pc:docMk/>
      </pc:docMkLst>
      <pc:sldChg chg="addSp delSp modSp mod delAnim modAnim">
        <pc:chgData name="Samson Zhou" userId="be955f33642ecbf5" providerId="LiveId" clId="{18D9C49A-30F7-48FE-9D6C-E100F2E84471}" dt="2026-01-04T04:29:18.677" v="18" actId="1076"/>
        <pc:sldMkLst>
          <pc:docMk/>
          <pc:sldMk cId="0" sldId="289"/>
        </pc:sldMkLst>
        <pc:spChg chg="add mod">
          <ac:chgData name="Samson Zhou" userId="be955f33642ecbf5" providerId="LiveId" clId="{18D9C49A-30F7-48FE-9D6C-E100F2E84471}" dt="2026-01-04T04:27:15.234" v="2"/>
          <ac:spMkLst>
            <pc:docMk/>
            <pc:sldMk cId="0" sldId="289"/>
            <ac:spMk id="4" creationId="{226330B1-DCC1-5146-391C-9679F3B09AF6}"/>
          </ac:spMkLst>
        </pc:spChg>
        <pc:picChg chg="add mod">
          <ac:chgData name="Samson Zhou" userId="be955f33642ecbf5" providerId="LiveId" clId="{18D9C49A-30F7-48FE-9D6C-E100F2E84471}" dt="2026-01-04T04:28:32.778" v="10" actId="1076"/>
          <ac:picMkLst>
            <pc:docMk/>
            <pc:sldMk cId="0" sldId="289"/>
            <ac:picMk id="5" creationId="{8F16C3D3-2CB1-59C5-9DD9-87DE04961E46}"/>
          </ac:picMkLst>
        </pc:picChg>
        <pc:picChg chg="add mod">
          <ac:chgData name="Samson Zhou" userId="be955f33642ecbf5" providerId="LiveId" clId="{18D9C49A-30F7-48FE-9D6C-E100F2E84471}" dt="2026-01-04T04:28:51.823" v="12" actId="1076"/>
          <ac:picMkLst>
            <pc:docMk/>
            <pc:sldMk cId="0" sldId="289"/>
            <ac:picMk id="6" creationId="{38C318C9-648C-8F87-0556-B053374A031C}"/>
          </ac:picMkLst>
        </pc:picChg>
        <pc:picChg chg="add mod">
          <ac:chgData name="Samson Zhou" userId="be955f33642ecbf5" providerId="LiveId" clId="{18D9C49A-30F7-48FE-9D6C-E100F2E84471}" dt="2026-01-04T04:29:06.249" v="14" actId="1076"/>
          <ac:picMkLst>
            <pc:docMk/>
            <pc:sldMk cId="0" sldId="289"/>
            <ac:picMk id="7" creationId="{6B7A87E5-BDE7-6EAB-FFDD-61A2FC299175}"/>
          </ac:picMkLst>
        </pc:picChg>
        <pc:picChg chg="add mod">
          <ac:chgData name="Samson Zhou" userId="be955f33642ecbf5" providerId="LiveId" clId="{18D9C49A-30F7-48FE-9D6C-E100F2E84471}" dt="2026-01-04T04:29:06.249" v="14" actId="1076"/>
          <ac:picMkLst>
            <pc:docMk/>
            <pc:sldMk cId="0" sldId="289"/>
            <ac:picMk id="8" creationId="{9E9B3A67-7398-FC79-EE50-42F6CBFCBCEB}"/>
          </ac:picMkLst>
        </pc:picChg>
        <pc:picChg chg="add mod">
          <ac:chgData name="Samson Zhou" userId="be955f33642ecbf5" providerId="LiveId" clId="{18D9C49A-30F7-48FE-9D6C-E100F2E84471}" dt="2026-01-04T04:29:06.249" v="14" actId="1076"/>
          <ac:picMkLst>
            <pc:docMk/>
            <pc:sldMk cId="0" sldId="289"/>
            <ac:picMk id="9" creationId="{BA4E84FC-89B5-0667-1B89-9DBF5EF95CF2}"/>
          </ac:picMkLst>
        </pc:picChg>
        <pc:picChg chg="add mod">
          <ac:chgData name="Samson Zhou" userId="be955f33642ecbf5" providerId="LiveId" clId="{18D9C49A-30F7-48FE-9D6C-E100F2E84471}" dt="2026-01-04T04:29:10.988" v="16" actId="1076"/>
          <ac:picMkLst>
            <pc:docMk/>
            <pc:sldMk cId="0" sldId="289"/>
            <ac:picMk id="10" creationId="{E6C5601F-72EB-77F9-1C9C-9079F350CF2F}"/>
          </ac:picMkLst>
        </pc:picChg>
        <pc:picChg chg="add mod">
          <ac:chgData name="Samson Zhou" userId="be955f33642ecbf5" providerId="LiveId" clId="{18D9C49A-30F7-48FE-9D6C-E100F2E84471}" dt="2026-01-04T04:29:10.988" v="16" actId="1076"/>
          <ac:picMkLst>
            <pc:docMk/>
            <pc:sldMk cId="0" sldId="289"/>
            <ac:picMk id="11" creationId="{5EAC5A2E-A636-34AF-B5A2-23DDEA7B9F5C}"/>
          </ac:picMkLst>
        </pc:picChg>
        <pc:picChg chg="add mod">
          <ac:chgData name="Samson Zhou" userId="be955f33642ecbf5" providerId="LiveId" clId="{18D9C49A-30F7-48FE-9D6C-E100F2E84471}" dt="2026-01-04T04:29:10.988" v="16" actId="1076"/>
          <ac:picMkLst>
            <pc:docMk/>
            <pc:sldMk cId="0" sldId="289"/>
            <ac:picMk id="12" creationId="{51F2F725-BC42-F193-74A6-D139762B4CD5}"/>
          </ac:picMkLst>
        </pc:picChg>
        <pc:picChg chg="add mod">
          <ac:chgData name="Samson Zhou" userId="be955f33642ecbf5" providerId="LiveId" clId="{18D9C49A-30F7-48FE-9D6C-E100F2E84471}" dt="2026-01-04T04:29:18.677" v="18" actId="1076"/>
          <ac:picMkLst>
            <pc:docMk/>
            <pc:sldMk cId="0" sldId="289"/>
            <ac:picMk id="13" creationId="{33D61271-348B-7B99-F13C-4078A6F83969}"/>
          </ac:picMkLst>
        </pc:picChg>
        <pc:picChg chg="add mod">
          <ac:chgData name="Samson Zhou" userId="be955f33642ecbf5" providerId="LiveId" clId="{18D9C49A-30F7-48FE-9D6C-E100F2E84471}" dt="2026-01-04T04:29:18.677" v="18" actId="1076"/>
          <ac:picMkLst>
            <pc:docMk/>
            <pc:sldMk cId="0" sldId="289"/>
            <ac:picMk id="14" creationId="{F754B883-1BCE-5DA1-78C4-018445A014AD}"/>
          </ac:picMkLst>
        </pc:picChg>
        <pc:picChg chg="add mod">
          <ac:chgData name="Samson Zhou" userId="be955f33642ecbf5" providerId="LiveId" clId="{18D9C49A-30F7-48FE-9D6C-E100F2E84471}" dt="2026-01-04T04:29:18.677" v="18" actId="1076"/>
          <ac:picMkLst>
            <pc:docMk/>
            <pc:sldMk cId="0" sldId="289"/>
            <ac:picMk id="15" creationId="{FAEFBAD9-68A1-6824-F2BD-FCF79BE4239A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71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72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73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74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77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78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79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83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84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92" creationId="{00000000-0000-0000-0000-000000000000}"/>
          </ac:picMkLst>
        </pc:picChg>
        <pc:picChg chg="add mod">
          <ac:chgData name="Samson Zhou" userId="be955f33642ecbf5" providerId="LiveId" clId="{18D9C49A-30F7-48FE-9D6C-E100F2E84471}" dt="2026-01-04T04:28:25.629" v="8" actId="1076"/>
          <ac:picMkLst>
            <pc:docMk/>
            <pc:sldMk cId="0" sldId="289"/>
            <ac:picMk id="2062" creationId="{4C497FFD-9965-B5C6-6232-5C3F0DC0843C}"/>
          </ac:picMkLst>
        </pc:picChg>
      </pc:sldChg>
      <pc:sldChg chg="add">
        <pc:chgData name="Samson Zhou" userId="be955f33642ecbf5" providerId="LiveId" clId="{18D9C49A-30F7-48FE-9D6C-E100F2E84471}" dt="2026-01-04T04:27:07.932" v="0" actId="2890"/>
        <pc:sldMkLst>
          <pc:docMk/>
          <pc:sldMk cId="2323179293" sldId="29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38B3B9-8E5D-4915-BD1F-560EDF1323DA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0CE53B-9A48-4112-BF8D-833B32DC62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678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78FA766E-EA32-0557-5BFD-5784161E6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5C7F884F-D2AA-8D2C-0EE2-EC99AF3E36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F5224A3C-C75B-6476-3376-73F4EFC337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2754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FB410-79C6-124B-9BBE-54C680BC50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147733-F342-7A19-610A-CC665050AB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8BA5A-610E-F494-9FB1-02F9C66BF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E519D-7E40-33D3-A978-2B132F940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3FFFC-9454-25EE-81F5-4453AEDE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65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833F-A5B0-A68D-7683-4095F4888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5D9A2-7607-DC38-E05A-22550DA35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993A6-09E0-CF46-169A-964AE8156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68E75-B475-6456-6C9D-1C913D829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EE21F-C01B-08AD-9C7C-8F1E3F984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07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0927-121B-2B3E-A3B9-03BF1D458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2A3160-EA0D-CB7A-8F8C-76CE58E79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345C7-F545-A5A6-9548-F7C387D23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2359FF-C9E4-C750-F130-C0CBD291B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E03A3-6272-B764-50AF-98E9CD0DA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076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655D4-1B10-1FB4-6F73-459BF916C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A72E8-F352-524A-247B-61AE45AC6B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CB8A98-5460-F855-62A9-D7D02EBD1D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A76C1-79DB-57C3-EE21-F5D80AFF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0AC8C-B26D-FF90-A180-59D22C853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78A4B-3B68-2097-DD51-6121B540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79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571B7-34C2-ECC9-BA7B-BC53A6F03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272C2-13D3-F45F-94A5-6C3B9183EE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BAE8C2-0992-F5E9-9627-60F7D4AB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B007BD-F417-F284-0F39-668B0CA021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6FAE61-118E-072A-9E12-743D822FFA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4FC88C-2ADB-72F9-93E7-B92C875B5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436D38-C868-8937-C789-E26D52AEC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AECD45-9D38-FE02-E5D2-DBCB4BE69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904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64C61-433B-C4C6-1A8D-4061FFACB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A1B1D5-3E24-59C1-4EF0-9037C865E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2575A5-8EA6-657D-052C-A4B44A8DC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61022-B2FF-9A8B-1CD1-0AC383CA8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949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F0F06A-BA78-EB76-E454-217EA6821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ABB990-8F35-4573-6BCB-B68287036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B9F3CD-4231-5C96-8F82-9FA1970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895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6555A-E859-45E8-13C1-747F3F9C1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8A4DC-8488-E92F-524A-69AF4C82DC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F665C0-12F0-C14A-EE9C-E45A88549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7495DF-6E5B-502C-E403-9E43532B9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162CE4-5377-5BB7-9710-C2E46E017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BE27-6022-9A90-CB30-980F91B59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437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8EBDF-4D69-888C-3B9A-AAC82884A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216F7C-A2C5-7416-66FA-B46CD705A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0DCBA7-D315-696A-AFF3-4D6C9B4B8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06526-85B0-9A68-B903-ABD0EF604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3DF0AF-34BC-9A37-8F9A-E332827DF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544361-45EF-2234-7D36-8D1F08355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072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6BA62-F68D-5FA4-6C07-F311CEDCA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09AEF6-4A73-7BC3-9C42-507E8C8C49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4DEB8-CAA3-8C73-9E10-706A748A9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3CC20-038C-07F7-152A-B8D9890E9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79340-D339-2ABB-473B-322570181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017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9A5603-C922-6DED-7CE8-FADD54A861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5B653C-A509-9D89-8AC7-78D8F392A0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CE900F-EE60-3F53-1E55-09C63CDA8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8DD4B-48B2-04EA-C46D-CF8359250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A18D9F-C9AA-D26E-D049-85ADE0D79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4141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2"/>
            <a:ext cx="7316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562391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C65833-00B8-F3BB-1FE3-CB759614B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D089D5-79B8-628B-3999-C72244DD1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C14C1-56C7-D1D5-1AE0-9F212D8E0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243E69-C83C-483A-87B8-C8AE9230D595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2E220-A6EC-FAA5-4435-D05BD67E93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C48ED3-47A9-8E8D-08A1-6A4E6CBA7C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030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png"/><Relationship Id="rId9" Type="http://schemas.openxmlformats.org/officeDocument/2006/relationships/image" Target="../media/image11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57016-3150-422D-BDF4-D46B070C6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6416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Online Learning with Limited Information in the Sliding Window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537D36-8F95-4A5A-8460-45FA8B3F8D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5380" y="3743184"/>
            <a:ext cx="9144000" cy="1655762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Vladimir Braverman</a:t>
            </a:r>
          </a:p>
          <a:p>
            <a:r>
              <a:rPr lang="en-US" dirty="0"/>
              <a:t>Sumegha Garg</a:t>
            </a:r>
          </a:p>
          <a:p>
            <a:r>
              <a:rPr lang="en-US" dirty="0"/>
              <a:t>Chen Wang</a:t>
            </a:r>
          </a:p>
          <a:p>
            <a:r>
              <a:rPr lang="en-US" dirty="0"/>
              <a:t>David P. Woodruff</a:t>
            </a:r>
          </a:p>
          <a:p>
            <a:r>
              <a:rPr lang="en-US" dirty="0">
                <a:solidFill>
                  <a:srgbClr val="FF0000"/>
                </a:solidFill>
              </a:rPr>
              <a:t>Samson Zhou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7AB9DA-AEC7-41A5-B587-BFEE033F68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1499" y="4545586"/>
            <a:ext cx="1655762" cy="1655762"/>
          </a:xfrm>
          <a:prstGeom prst="rect">
            <a:avLst/>
          </a:prstGeom>
        </p:spPr>
      </p:pic>
      <p:pic>
        <p:nvPicPr>
          <p:cNvPr id="1028" name="Picture 4" descr="Chen Wang">
            <a:extLst>
              <a:ext uri="{FF2B5EF4-FFF2-40B4-BE49-F238E27FC236}">
                <a16:creationId xmlns:a16="http://schemas.microsoft.com/office/drawing/2014/main" id="{CCCCC7A4-AF90-BA2D-3AA2-5D1091F56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4460892"/>
            <a:ext cx="1149769" cy="1655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FA8F8D5-D1DB-28FD-DA35-8653545E7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1499" y="2301987"/>
            <a:ext cx="1655762" cy="1625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picture">
            <a:extLst>
              <a:ext uri="{FF2B5EF4-FFF2-40B4-BE49-F238E27FC236}">
                <a16:creationId xmlns:a16="http://schemas.microsoft.com/office/drawing/2014/main" id="{1D471859-0082-281E-BCA2-648149326A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380" y="2270952"/>
            <a:ext cx="1472232" cy="1472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1956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/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/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/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pic>
        <p:nvPicPr>
          <p:cNvPr id="75" name="Google Shape;7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/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pic>
        <p:nvPicPr>
          <p:cNvPr id="80" name="Google Shape;80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/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pic>
        <p:nvPicPr>
          <p:cNvPr id="86" name="Google Shape;86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8028082" y="363898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8028082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>
              <a:solidFill>
                <a:srgbClr val="598E00"/>
              </a:solidFill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3A304BFF-2F2D-4D81-B3D6-0B6D0EFE5AE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Prediction with Expert Advice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4C541916-40AC-D082-1E8B-16A0DD178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9B70A0AD-6262-A385-FD0D-9102F0B531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246DA7FA-04AE-EAAE-47C8-2CDF4DD98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139CCC9D-5C59-4E79-020B-BC24F26CA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4C497FFD-9965-B5C6-6232-5C3F0DC084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Scroll - Free vector clipart images on ...">
            <a:extLst>
              <a:ext uri="{FF2B5EF4-FFF2-40B4-BE49-F238E27FC236}">
                <a16:creationId xmlns:a16="http://schemas.microsoft.com/office/drawing/2014/main" id="{8F16C3D3-2CB1-59C5-9DD9-87DE04961E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38C318C9-648C-8F87-0556-B053374A03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6B7A87E5-BDE7-6EAB-FFDD-61A2FC299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4" descr="Scroll - Free vector clipart images on ...">
            <a:extLst>
              <a:ext uri="{FF2B5EF4-FFF2-40B4-BE49-F238E27FC236}">
                <a16:creationId xmlns:a16="http://schemas.microsoft.com/office/drawing/2014/main" id="{9E9B3A67-7398-FC79-EE50-42F6CBFCBC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BA4E84FC-89B5-0667-1B89-9DBF5EF95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4" descr="Scroll - Free vector clipart images on ...">
            <a:extLst>
              <a:ext uri="{FF2B5EF4-FFF2-40B4-BE49-F238E27FC236}">
                <a16:creationId xmlns:a16="http://schemas.microsoft.com/office/drawing/2014/main" id="{E6C5601F-72EB-77F9-1C9C-9079F350CF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5EAC5A2E-A636-34AF-B5A2-23DDEA7B9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51F2F725-BC42-F193-74A6-D139762B4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4" descr="Scroll - Free vector clipart images on ...">
            <a:extLst>
              <a:ext uri="{FF2B5EF4-FFF2-40B4-BE49-F238E27FC236}">
                <a16:creationId xmlns:a16="http://schemas.microsoft.com/office/drawing/2014/main" id="{33D61271-348B-7B99-F13C-4078A6F83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F754B883-1BCE-5DA1-78C4-018445A014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FAEFBAD9-68A1-6824-F2BD-FCF79BE42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D4CD483A-3249-0110-1C53-4C08255AA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718FC5C4-0796-D066-70CD-085E62344A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1C514DDD-5198-92E2-A68F-11421583B95B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7B9726F8-DB38-7DC8-0724-E87E29AB206D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7663FD96-FC0A-EA75-CB25-F8FF305A3C41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82F6EECC-0C31-4F48-AD8B-5597CBFE221D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pic>
        <p:nvPicPr>
          <p:cNvPr id="71" name="Google Shape;71;p14">
            <a:extLst>
              <a:ext uri="{FF2B5EF4-FFF2-40B4-BE49-F238E27FC236}">
                <a16:creationId xmlns:a16="http://schemas.microsoft.com/office/drawing/2014/main" id="{207B0012-849D-B674-E8B7-6E0F6C71B9F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2832" y="36393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4">
            <a:extLst>
              <a:ext uri="{FF2B5EF4-FFF2-40B4-BE49-F238E27FC236}">
                <a16:creationId xmlns:a16="http://schemas.microsoft.com/office/drawing/2014/main" id="{0BAB1D82-04CB-5FA9-5107-9DEE875DD0E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36607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>
            <a:extLst>
              <a:ext uri="{FF2B5EF4-FFF2-40B4-BE49-F238E27FC236}">
                <a16:creationId xmlns:a16="http://schemas.microsoft.com/office/drawing/2014/main" id="{0D597254-98F7-2F09-3F60-76AC31E4B1C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>
            <a:extLst>
              <a:ext uri="{FF2B5EF4-FFF2-40B4-BE49-F238E27FC236}">
                <a16:creationId xmlns:a16="http://schemas.microsoft.com/office/drawing/2014/main" id="{7E1FDCC1-BAB5-CB86-67E7-70B60D421BD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F3F2E689-8456-37CA-FCE1-293B132353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1B5136BE-AF66-4B9F-7085-831A57C0EF7E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pic>
        <p:nvPicPr>
          <p:cNvPr id="77" name="Google Shape;77;p14">
            <a:extLst>
              <a:ext uri="{FF2B5EF4-FFF2-40B4-BE49-F238E27FC236}">
                <a16:creationId xmlns:a16="http://schemas.microsoft.com/office/drawing/2014/main" id="{D6978803-2334-1438-D958-EAB05FB6F91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4">
            <a:extLst>
              <a:ext uri="{FF2B5EF4-FFF2-40B4-BE49-F238E27FC236}">
                <a16:creationId xmlns:a16="http://schemas.microsoft.com/office/drawing/2014/main" id="{792C768B-1582-7A09-AFB9-5640E940D54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4">
            <a:extLst>
              <a:ext uri="{FF2B5EF4-FFF2-40B4-BE49-F238E27FC236}">
                <a16:creationId xmlns:a16="http://schemas.microsoft.com/office/drawing/2014/main" id="{2E76ADD3-41D8-5721-2E0B-F3C24193CD3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0980" y="454078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26082FD5-7E00-725C-3527-2C2D01E89F8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257F66BE-0D4F-FD5D-B479-B85CBD91DAA9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pic>
        <p:nvPicPr>
          <p:cNvPr id="82" name="Google Shape;82;p14">
            <a:extLst>
              <a:ext uri="{FF2B5EF4-FFF2-40B4-BE49-F238E27FC236}">
                <a16:creationId xmlns:a16="http://schemas.microsoft.com/office/drawing/2014/main" id="{046768BC-1ECC-A6A0-9917-40A5267B4DF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2832" y="56174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4">
            <a:extLst>
              <a:ext uri="{FF2B5EF4-FFF2-40B4-BE49-F238E27FC236}">
                <a16:creationId xmlns:a16="http://schemas.microsoft.com/office/drawing/2014/main" id="{E65CB87D-8ED4-D95E-912B-B838CD2C0B2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1144" y="56388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4">
            <a:extLst>
              <a:ext uri="{FF2B5EF4-FFF2-40B4-BE49-F238E27FC236}">
                <a16:creationId xmlns:a16="http://schemas.microsoft.com/office/drawing/2014/main" id="{D69546AD-535D-21F3-D4FB-A8927BF246F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4">
            <a:extLst>
              <a:ext uri="{FF2B5EF4-FFF2-40B4-BE49-F238E27FC236}">
                <a16:creationId xmlns:a16="http://schemas.microsoft.com/office/drawing/2014/main" id="{22AF2D77-FF4C-5707-E9BE-2BCBC19BE1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8ADD59AA-B073-2348-165D-5CC5ED779A5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>
            <a:extLst>
              <a:ext uri="{FF2B5EF4-FFF2-40B4-BE49-F238E27FC236}">
                <a16:creationId xmlns:a16="http://schemas.microsoft.com/office/drawing/2014/main" id="{73A30049-1272-E667-FC6F-F35A0356CBE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32341" y="4592646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FEBEE68D-F05D-1CBF-05A5-31BDFD29BA05}"/>
              </a:ext>
            </a:extLst>
          </p:cNvPr>
          <p:cNvSpPr txBox="1"/>
          <p:nvPr/>
        </p:nvSpPr>
        <p:spPr>
          <a:xfrm>
            <a:off x="8028082" y="363898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95" name="Google Shape;95;p14">
            <a:extLst>
              <a:ext uri="{FF2B5EF4-FFF2-40B4-BE49-F238E27FC236}">
                <a16:creationId xmlns:a16="http://schemas.microsoft.com/office/drawing/2014/main" id="{06A5E406-CC80-F3B4-9E80-1FAEFB6DCB0F}"/>
              </a:ext>
            </a:extLst>
          </p:cNvPr>
          <p:cNvSpPr txBox="1"/>
          <p:nvPr/>
        </p:nvSpPr>
        <p:spPr>
          <a:xfrm>
            <a:off x="8028082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>
              <a:solidFill>
                <a:srgbClr val="598E00"/>
              </a:solidFill>
            </a:endParaRPr>
          </a:p>
        </p:txBody>
      </p:sp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96B8A223-28E7-3198-9CF2-065AF4C5099F}"/>
              </a:ext>
            </a:extLst>
          </p:cNvPr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73CD6AB7-B35A-1011-860B-9513ED7395D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Prediction with Expert Advice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4DC09C73-5747-D128-7537-2720887FA7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96665E87-7A1C-02F4-1C0E-CD830AD18E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97EAD691-1C5B-1474-6EFB-E08952782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3C70EA86-A7B5-345A-8FD6-818E36120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17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58</Words>
  <Application>Microsoft Office PowerPoint</Application>
  <PresentationFormat>Widescreen</PresentationFormat>
  <Paragraphs>28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Online Learning with Limited Information in the Sliding Window Model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Samson Zhou</dc:creator>
  <cp:lastModifiedBy>Samson Zhou</cp:lastModifiedBy>
  <cp:revision>1</cp:revision>
  <dcterms:created xsi:type="dcterms:W3CDTF">2026-01-04T04:02:13Z</dcterms:created>
  <dcterms:modified xsi:type="dcterms:W3CDTF">2026-01-04T04:29:27Z</dcterms:modified>
</cp:coreProperties>
</file>