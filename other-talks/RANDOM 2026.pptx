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1446" r:id="rId2"/>
    <p:sldId id="1386" r:id="rId3"/>
    <p:sldId id="264" r:id="rId4"/>
    <p:sldId id="1556" r:id="rId5"/>
    <p:sldId id="1382" r:id="rId6"/>
    <p:sldId id="1383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81" d="100"/>
          <a:sy n="81" d="100"/>
        </p:scale>
        <p:origin x="75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son Zhou" userId="be955f33642ecbf5" providerId="LiveId" clId="{AECA9E13-01A6-4D1A-9CCD-84708D7F9BC6}"/>
    <pc:docChg chg="addSld delSld modSld">
      <pc:chgData name="Samson Zhou" userId="be955f33642ecbf5" providerId="LiveId" clId="{AECA9E13-01A6-4D1A-9CCD-84708D7F9BC6}" dt="2026-08-18T02:30:38.571" v="6" actId="47"/>
      <pc:docMkLst>
        <pc:docMk/>
      </pc:docMkLst>
      <pc:sldChg chg="add">
        <pc:chgData name="Samson Zhou" userId="be955f33642ecbf5" providerId="LiveId" clId="{AECA9E13-01A6-4D1A-9CCD-84708D7F9BC6}" dt="2026-08-18T02:29:59.623" v="3"/>
        <pc:sldMkLst>
          <pc:docMk/>
          <pc:sldMk cId="3757202892" sldId="264"/>
        </pc:sldMkLst>
      </pc:sldChg>
      <pc:sldChg chg="del">
        <pc:chgData name="Samson Zhou" userId="be955f33642ecbf5" providerId="LiveId" clId="{AECA9E13-01A6-4D1A-9CCD-84708D7F9BC6}" dt="2026-08-18T02:30:38.571" v="6" actId="47"/>
        <pc:sldMkLst>
          <pc:docMk/>
          <pc:sldMk cId="1591008121" sldId="493"/>
        </pc:sldMkLst>
      </pc:sldChg>
      <pc:sldChg chg="del">
        <pc:chgData name="Samson Zhou" userId="be955f33642ecbf5" providerId="LiveId" clId="{AECA9E13-01A6-4D1A-9CCD-84708D7F9BC6}" dt="2026-08-18T02:30:38.571" v="6" actId="47"/>
        <pc:sldMkLst>
          <pc:docMk/>
          <pc:sldMk cId="2111256016" sldId="495"/>
        </pc:sldMkLst>
      </pc:sldChg>
      <pc:sldChg chg="del">
        <pc:chgData name="Samson Zhou" userId="be955f33642ecbf5" providerId="LiveId" clId="{AECA9E13-01A6-4D1A-9CCD-84708D7F9BC6}" dt="2026-08-18T02:30:38.571" v="6" actId="47"/>
        <pc:sldMkLst>
          <pc:docMk/>
          <pc:sldMk cId="1283439941" sldId="496"/>
        </pc:sldMkLst>
      </pc:sldChg>
      <pc:sldChg chg="del">
        <pc:chgData name="Samson Zhou" userId="be955f33642ecbf5" providerId="LiveId" clId="{AECA9E13-01A6-4D1A-9CCD-84708D7F9BC6}" dt="2026-08-18T02:30:38.571" v="6" actId="47"/>
        <pc:sldMkLst>
          <pc:docMk/>
          <pc:sldMk cId="3611577354" sldId="497"/>
        </pc:sldMkLst>
      </pc:sldChg>
      <pc:sldChg chg="del">
        <pc:chgData name="Samson Zhou" userId="be955f33642ecbf5" providerId="LiveId" clId="{AECA9E13-01A6-4D1A-9CCD-84708D7F9BC6}" dt="2026-08-18T02:30:38.571" v="6" actId="47"/>
        <pc:sldMkLst>
          <pc:docMk/>
          <pc:sldMk cId="1973750944" sldId="498"/>
        </pc:sldMkLst>
      </pc:sldChg>
      <pc:sldChg chg="del">
        <pc:chgData name="Samson Zhou" userId="be955f33642ecbf5" providerId="LiveId" clId="{AECA9E13-01A6-4D1A-9CCD-84708D7F9BC6}" dt="2026-08-18T02:30:38.571" v="6" actId="47"/>
        <pc:sldMkLst>
          <pc:docMk/>
          <pc:sldMk cId="2765986144" sldId="500"/>
        </pc:sldMkLst>
      </pc:sldChg>
      <pc:sldChg chg="del">
        <pc:chgData name="Samson Zhou" userId="be955f33642ecbf5" providerId="LiveId" clId="{AECA9E13-01A6-4D1A-9CCD-84708D7F9BC6}" dt="2026-08-18T02:30:38.571" v="6" actId="47"/>
        <pc:sldMkLst>
          <pc:docMk/>
          <pc:sldMk cId="3874442274" sldId="1381"/>
        </pc:sldMkLst>
      </pc:sldChg>
      <pc:sldChg chg="add">
        <pc:chgData name="Samson Zhou" userId="be955f33642ecbf5" providerId="LiveId" clId="{AECA9E13-01A6-4D1A-9CCD-84708D7F9BC6}" dt="2026-08-18T02:30:24.750" v="5"/>
        <pc:sldMkLst>
          <pc:docMk/>
          <pc:sldMk cId="3858571932" sldId="1382"/>
        </pc:sldMkLst>
      </pc:sldChg>
      <pc:sldChg chg="add">
        <pc:chgData name="Samson Zhou" userId="be955f33642ecbf5" providerId="LiveId" clId="{AECA9E13-01A6-4D1A-9CCD-84708D7F9BC6}" dt="2026-08-18T02:30:24.750" v="5"/>
        <pc:sldMkLst>
          <pc:docMk/>
          <pc:sldMk cId="2827217314" sldId="1383"/>
        </pc:sldMkLst>
      </pc:sldChg>
      <pc:sldChg chg="modSp add mod">
        <pc:chgData name="Samson Zhou" userId="be955f33642ecbf5" providerId="LiveId" clId="{AECA9E13-01A6-4D1A-9CCD-84708D7F9BC6}" dt="2026-08-18T02:29:54.907" v="2" actId="20577"/>
        <pc:sldMkLst>
          <pc:docMk/>
          <pc:sldMk cId="3728998288" sldId="1386"/>
        </pc:sldMkLst>
        <pc:spChg chg="mod">
          <ac:chgData name="Samson Zhou" userId="be955f33642ecbf5" providerId="LiveId" clId="{AECA9E13-01A6-4D1A-9CCD-84708D7F9BC6}" dt="2026-08-18T02:29:54.907" v="2" actId="20577"/>
          <ac:spMkLst>
            <pc:docMk/>
            <pc:sldMk cId="3728998288" sldId="1386"/>
            <ac:spMk id="2" creationId="{AD10A0B0-09D2-3BA2-E255-B47973E768E9}"/>
          </ac:spMkLst>
        </pc:spChg>
      </pc:sldChg>
      <pc:sldChg chg="del">
        <pc:chgData name="Samson Zhou" userId="be955f33642ecbf5" providerId="LiveId" clId="{AECA9E13-01A6-4D1A-9CCD-84708D7F9BC6}" dt="2026-08-18T02:30:38.571" v="6" actId="47"/>
        <pc:sldMkLst>
          <pc:docMk/>
          <pc:sldMk cId="3048881972" sldId="1470"/>
        </pc:sldMkLst>
      </pc:sldChg>
      <pc:sldChg chg="del">
        <pc:chgData name="Samson Zhou" userId="be955f33642ecbf5" providerId="LiveId" clId="{AECA9E13-01A6-4D1A-9CCD-84708D7F9BC6}" dt="2026-08-18T02:30:38.571" v="6" actId="47"/>
        <pc:sldMkLst>
          <pc:docMk/>
          <pc:sldMk cId="3821986898" sldId="1471"/>
        </pc:sldMkLst>
      </pc:sldChg>
      <pc:sldChg chg="del">
        <pc:chgData name="Samson Zhou" userId="be955f33642ecbf5" providerId="LiveId" clId="{AECA9E13-01A6-4D1A-9CCD-84708D7F9BC6}" dt="2026-08-18T02:30:38.571" v="6" actId="47"/>
        <pc:sldMkLst>
          <pc:docMk/>
          <pc:sldMk cId="3524760082" sldId="1490"/>
        </pc:sldMkLst>
      </pc:sldChg>
      <pc:sldChg chg="del">
        <pc:chgData name="Samson Zhou" userId="be955f33642ecbf5" providerId="LiveId" clId="{AECA9E13-01A6-4D1A-9CCD-84708D7F9BC6}" dt="2026-08-18T02:29:50.439" v="1" actId="47"/>
        <pc:sldMkLst>
          <pc:docMk/>
          <pc:sldMk cId="1626721461" sldId="1491"/>
        </pc:sldMkLst>
      </pc:sldChg>
      <pc:sldChg chg="del">
        <pc:chgData name="Samson Zhou" userId="be955f33642ecbf5" providerId="LiveId" clId="{AECA9E13-01A6-4D1A-9CCD-84708D7F9BC6}" dt="2026-08-18T02:30:38.571" v="6" actId="47"/>
        <pc:sldMkLst>
          <pc:docMk/>
          <pc:sldMk cId="998647504" sldId="1520"/>
        </pc:sldMkLst>
      </pc:sldChg>
      <pc:sldChg chg="del">
        <pc:chgData name="Samson Zhou" userId="be955f33642ecbf5" providerId="LiveId" clId="{AECA9E13-01A6-4D1A-9CCD-84708D7F9BC6}" dt="2026-08-18T02:30:38.571" v="6" actId="47"/>
        <pc:sldMkLst>
          <pc:docMk/>
          <pc:sldMk cId="2302289320" sldId="1521"/>
        </pc:sldMkLst>
      </pc:sldChg>
      <pc:sldChg chg="del">
        <pc:chgData name="Samson Zhou" userId="be955f33642ecbf5" providerId="LiveId" clId="{AECA9E13-01A6-4D1A-9CCD-84708D7F9BC6}" dt="2026-08-18T02:30:38.571" v="6" actId="47"/>
        <pc:sldMkLst>
          <pc:docMk/>
          <pc:sldMk cId="2804651656" sldId="1522"/>
        </pc:sldMkLst>
      </pc:sldChg>
      <pc:sldChg chg="del">
        <pc:chgData name="Samson Zhou" userId="be955f33642ecbf5" providerId="LiveId" clId="{AECA9E13-01A6-4D1A-9CCD-84708D7F9BC6}" dt="2026-08-18T02:30:38.571" v="6" actId="47"/>
        <pc:sldMkLst>
          <pc:docMk/>
          <pc:sldMk cId="3044203676" sldId="1523"/>
        </pc:sldMkLst>
      </pc:sldChg>
      <pc:sldChg chg="del">
        <pc:chgData name="Samson Zhou" userId="be955f33642ecbf5" providerId="LiveId" clId="{AECA9E13-01A6-4D1A-9CCD-84708D7F9BC6}" dt="2026-08-18T02:30:38.571" v="6" actId="47"/>
        <pc:sldMkLst>
          <pc:docMk/>
          <pc:sldMk cId="130310855" sldId="1524"/>
        </pc:sldMkLst>
      </pc:sldChg>
      <pc:sldChg chg="del">
        <pc:chgData name="Samson Zhou" userId="be955f33642ecbf5" providerId="LiveId" clId="{AECA9E13-01A6-4D1A-9CCD-84708D7F9BC6}" dt="2026-08-18T02:30:38.571" v="6" actId="47"/>
        <pc:sldMkLst>
          <pc:docMk/>
          <pc:sldMk cId="3677111712" sldId="1525"/>
        </pc:sldMkLst>
      </pc:sldChg>
      <pc:sldChg chg="del">
        <pc:chgData name="Samson Zhou" userId="be955f33642ecbf5" providerId="LiveId" clId="{AECA9E13-01A6-4D1A-9CCD-84708D7F9BC6}" dt="2026-08-18T02:30:38.571" v="6" actId="47"/>
        <pc:sldMkLst>
          <pc:docMk/>
          <pc:sldMk cId="1030574380" sldId="1530"/>
        </pc:sldMkLst>
      </pc:sldChg>
      <pc:sldChg chg="del">
        <pc:chgData name="Samson Zhou" userId="be955f33642ecbf5" providerId="LiveId" clId="{AECA9E13-01A6-4D1A-9CCD-84708D7F9BC6}" dt="2026-08-18T02:30:38.571" v="6" actId="47"/>
        <pc:sldMkLst>
          <pc:docMk/>
          <pc:sldMk cId="3161015918" sldId="1531"/>
        </pc:sldMkLst>
      </pc:sldChg>
      <pc:sldChg chg="del">
        <pc:chgData name="Samson Zhou" userId="be955f33642ecbf5" providerId="LiveId" clId="{AECA9E13-01A6-4D1A-9CCD-84708D7F9BC6}" dt="2026-08-18T02:30:38.571" v="6" actId="47"/>
        <pc:sldMkLst>
          <pc:docMk/>
          <pc:sldMk cId="1821722954" sldId="1532"/>
        </pc:sldMkLst>
      </pc:sldChg>
      <pc:sldChg chg="del">
        <pc:chgData name="Samson Zhou" userId="be955f33642ecbf5" providerId="LiveId" clId="{AECA9E13-01A6-4D1A-9CCD-84708D7F9BC6}" dt="2026-08-18T02:30:38.571" v="6" actId="47"/>
        <pc:sldMkLst>
          <pc:docMk/>
          <pc:sldMk cId="4083785842" sldId="1534"/>
        </pc:sldMkLst>
      </pc:sldChg>
      <pc:sldChg chg="del">
        <pc:chgData name="Samson Zhou" userId="be955f33642ecbf5" providerId="LiveId" clId="{AECA9E13-01A6-4D1A-9CCD-84708D7F9BC6}" dt="2026-08-18T02:30:38.571" v="6" actId="47"/>
        <pc:sldMkLst>
          <pc:docMk/>
          <pc:sldMk cId="3830687296" sldId="1535"/>
        </pc:sldMkLst>
      </pc:sldChg>
      <pc:sldChg chg="del">
        <pc:chgData name="Samson Zhou" userId="be955f33642ecbf5" providerId="LiveId" clId="{AECA9E13-01A6-4D1A-9CCD-84708D7F9BC6}" dt="2026-08-18T02:30:38.571" v="6" actId="47"/>
        <pc:sldMkLst>
          <pc:docMk/>
          <pc:sldMk cId="1337392052" sldId="1536"/>
        </pc:sldMkLst>
      </pc:sldChg>
      <pc:sldChg chg="del">
        <pc:chgData name="Samson Zhou" userId="be955f33642ecbf5" providerId="LiveId" clId="{AECA9E13-01A6-4D1A-9CCD-84708D7F9BC6}" dt="2026-08-18T02:30:38.571" v="6" actId="47"/>
        <pc:sldMkLst>
          <pc:docMk/>
          <pc:sldMk cId="2498242163" sldId="1537"/>
        </pc:sldMkLst>
      </pc:sldChg>
      <pc:sldChg chg="del">
        <pc:chgData name="Samson Zhou" userId="be955f33642ecbf5" providerId="LiveId" clId="{AECA9E13-01A6-4D1A-9CCD-84708D7F9BC6}" dt="2026-08-18T02:30:38.571" v="6" actId="47"/>
        <pc:sldMkLst>
          <pc:docMk/>
          <pc:sldMk cId="1339817448" sldId="1538"/>
        </pc:sldMkLst>
      </pc:sldChg>
      <pc:sldChg chg="del">
        <pc:chgData name="Samson Zhou" userId="be955f33642ecbf5" providerId="LiveId" clId="{AECA9E13-01A6-4D1A-9CCD-84708D7F9BC6}" dt="2026-08-18T02:30:38.571" v="6" actId="47"/>
        <pc:sldMkLst>
          <pc:docMk/>
          <pc:sldMk cId="680827285" sldId="1539"/>
        </pc:sldMkLst>
      </pc:sldChg>
      <pc:sldChg chg="del">
        <pc:chgData name="Samson Zhou" userId="be955f33642ecbf5" providerId="LiveId" clId="{AECA9E13-01A6-4D1A-9CCD-84708D7F9BC6}" dt="2026-08-18T02:30:38.571" v="6" actId="47"/>
        <pc:sldMkLst>
          <pc:docMk/>
          <pc:sldMk cId="2582815053" sldId="1541"/>
        </pc:sldMkLst>
      </pc:sldChg>
      <pc:sldChg chg="del">
        <pc:chgData name="Samson Zhou" userId="be955f33642ecbf5" providerId="LiveId" clId="{AECA9E13-01A6-4D1A-9CCD-84708D7F9BC6}" dt="2026-08-18T02:30:38.571" v="6" actId="47"/>
        <pc:sldMkLst>
          <pc:docMk/>
          <pc:sldMk cId="3928336136" sldId="1542"/>
        </pc:sldMkLst>
      </pc:sldChg>
      <pc:sldChg chg="del">
        <pc:chgData name="Samson Zhou" userId="be955f33642ecbf5" providerId="LiveId" clId="{AECA9E13-01A6-4D1A-9CCD-84708D7F9BC6}" dt="2026-08-18T02:30:38.571" v="6" actId="47"/>
        <pc:sldMkLst>
          <pc:docMk/>
          <pc:sldMk cId="848329164" sldId="1543"/>
        </pc:sldMkLst>
      </pc:sldChg>
      <pc:sldChg chg="del">
        <pc:chgData name="Samson Zhou" userId="be955f33642ecbf5" providerId="LiveId" clId="{AECA9E13-01A6-4D1A-9CCD-84708D7F9BC6}" dt="2026-08-18T02:30:38.571" v="6" actId="47"/>
        <pc:sldMkLst>
          <pc:docMk/>
          <pc:sldMk cId="3298566834" sldId="1544"/>
        </pc:sldMkLst>
      </pc:sldChg>
      <pc:sldChg chg="del">
        <pc:chgData name="Samson Zhou" userId="be955f33642ecbf5" providerId="LiveId" clId="{AECA9E13-01A6-4D1A-9CCD-84708D7F9BC6}" dt="2026-08-18T02:30:38.571" v="6" actId="47"/>
        <pc:sldMkLst>
          <pc:docMk/>
          <pc:sldMk cId="3575976099" sldId="1547"/>
        </pc:sldMkLst>
      </pc:sldChg>
      <pc:sldChg chg="del">
        <pc:chgData name="Samson Zhou" userId="be955f33642ecbf5" providerId="LiveId" clId="{AECA9E13-01A6-4D1A-9CCD-84708D7F9BC6}" dt="2026-08-18T02:30:38.571" v="6" actId="47"/>
        <pc:sldMkLst>
          <pc:docMk/>
          <pc:sldMk cId="1682391677" sldId="1548"/>
        </pc:sldMkLst>
      </pc:sldChg>
      <pc:sldChg chg="del">
        <pc:chgData name="Samson Zhou" userId="be955f33642ecbf5" providerId="LiveId" clId="{AECA9E13-01A6-4D1A-9CCD-84708D7F9BC6}" dt="2026-08-18T02:30:38.571" v="6" actId="47"/>
        <pc:sldMkLst>
          <pc:docMk/>
          <pc:sldMk cId="1128479895" sldId="1549"/>
        </pc:sldMkLst>
      </pc:sldChg>
      <pc:sldChg chg="del">
        <pc:chgData name="Samson Zhou" userId="be955f33642ecbf5" providerId="LiveId" clId="{AECA9E13-01A6-4D1A-9CCD-84708D7F9BC6}" dt="2026-08-18T02:30:38.571" v="6" actId="47"/>
        <pc:sldMkLst>
          <pc:docMk/>
          <pc:sldMk cId="1537638625" sldId="1550"/>
        </pc:sldMkLst>
      </pc:sldChg>
      <pc:sldChg chg="del">
        <pc:chgData name="Samson Zhou" userId="be955f33642ecbf5" providerId="LiveId" clId="{AECA9E13-01A6-4D1A-9CCD-84708D7F9BC6}" dt="2026-08-18T02:30:38.571" v="6" actId="47"/>
        <pc:sldMkLst>
          <pc:docMk/>
          <pc:sldMk cId="3347535456" sldId="1551"/>
        </pc:sldMkLst>
      </pc:sldChg>
      <pc:sldChg chg="del">
        <pc:chgData name="Samson Zhou" userId="be955f33642ecbf5" providerId="LiveId" clId="{AECA9E13-01A6-4D1A-9CCD-84708D7F9BC6}" dt="2026-08-18T02:30:38.571" v="6" actId="47"/>
        <pc:sldMkLst>
          <pc:docMk/>
          <pc:sldMk cId="8994678" sldId="1552"/>
        </pc:sldMkLst>
      </pc:sldChg>
      <pc:sldChg chg="del">
        <pc:chgData name="Samson Zhou" userId="be955f33642ecbf5" providerId="LiveId" clId="{AECA9E13-01A6-4D1A-9CCD-84708D7F9BC6}" dt="2026-08-18T02:30:38.571" v="6" actId="47"/>
        <pc:sldMkLst>
          <pc:docMk/>
          <pc:sldMk cId="615583432" sldId="1553"/>
        </pc:sldMkLst>
      </pc:sldChg>
      <pc:sldChg chg="del">
        <pc:chgData name="Samson Zhou" userId="be955f33642ecbf5" providerId="LiveId" clId="{AECA9E13-01A6-4D1A-9CCD-84708D7F9BC6}" dt="2026-08-18T02:30:38.571" v="6" actId="47"/>
        <pc:sldMkLst>
          <pc:docMk/>
          <pc:sldMk cId="2623802048" sldId="1554"/>
        </pc:sldMkLst>
      </pc:sldChg>
      <pc:sldChg chg="del">
        <pc:chgData name="Samson Zhou" userId="be955f33642ecbf5" providerId="LiveId" clId="{AECA9E13-01A6-4D1A-9CCD-84708D7F9BC6}" dt="2026-08-18T02:30:38.571" v="6" actId="47"/>
        <pc:sldMkLst>
          <pc:docMk/>
          <pc:sldMk cId="1262468299" sldId="1555"/>
        </pc:sldMkLst>
      </pc:sldChg>
      <pc:sldChg chg="add">
        <pc:chgData name="Samson Zhou" userId="be955f33642ecbf5" providerId="LiveId" clId="{AECA9E13-01A6-4D1A-9CCD-84708D7F9BC6}" dt="2026-08-18T02:30:03.424" v="4"/>
        <pc:sldMkLst>
          <pc:docMk/>
          <pc:sldMk cId="3047446108" sldId="155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5FB046-70FE-44A3-B533-66ED3E5FBBB3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D8F106-D1DB-42E7-972A-F9009263BF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29542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0A3DA-082A-6C53-F965-B7CB70E6D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3E37D7-CF63-702B-23E8-F29404AA11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66B8F9-A504-4DCB-87F5-281352A4D8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FB9BD1-9581-B930-E35F-B9A1D79192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88009E-4BBB-4B0B-BB6B-AA8DFD977B0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9962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0DFD2-DD82-9D2B-83E1-94ED3454E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720306-F7F9-99B5-1026-D70451FACB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9A837F-621A-47F2-CAE6-CE8F7E8D83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EEAC3B-E34A-FFB9-5BF4-EFE8F1ECCC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486229C-5C56-46D3-8AF7-8CB2C6C5FD7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603000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1B8C8-8354-7F3E-3F9B-BC59430115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0B10E5-3F9B-F1C8-6F96-FEEC9EB49C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D470C6-3A49-8E05-7B0E-93EA25857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8DEA-029F-42BB-99E9-63E118BEA23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4D4789-BE53-981E-9E2A-449DC5242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90832E-B664-16AD-468E-29E18F7B5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5B4161-D5EE-447F-8ADC-DA6F99FF5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43214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877D6-0B66-9441-2AD6-E591249957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2DEF8C-C181-5E4F-4828-8AE2562EA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A8CB21-1A07-A4C2-3F8A-BC588C926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8DEA-029F-42BB-99E9-63E118BEA23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C3B815-A286-7AEB-72BB-43EACBA189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798BBD-766C-1438-B4D5-D93E22F31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5B4161-D5EE-447F-8ADC-DA6F99FF5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4030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07A08-A551-611C-8E28-5B0A96B211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A53288-3323-592A-6BEA-414637922B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08D00D-1F05-0B92-1444-5D70A5842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8DEA-029F-42BB-99E9-63E118BEA23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792F97-AE04-0C85-559B-709B35263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041557-835A-869B-5C13-DDEF627B5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5B4161-D5EE-447F-8ADC-DA6F99FF5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62232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EF4331-0544-1AC5-BF09-FE12F8745D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D6156A-BFFD-A1FD-7215-6BA9B4883D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1817DF-BBA4-E9EC-FEBA-E40483F2CA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F25839-1FAB-0E30-F120-2E843FC94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8DEA-029F-42BB-99E9-63E118BEA23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8A71BA-01BF-1DB4-0BE5-2900C2FF95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8FFA46-97A4-086B-8295-5D607AA66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5B4161-D5EE-447F-8ADC-DA6F99FF5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4779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166ADF-043F-47BF-676B-8541CA1E7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2DCB07-0D9D-7941-B3BB-B153587B4C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C17EC5-AFED-E7E0-F587-8F123FE3B2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5E34DE-7FA9-C2FE-0E4F-70F8991693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FAD4A0-2C55-08BF-3C02-BA89607B09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F58A5F0-3698-47BA-A917-2D27C4259A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8DEA-029F-42BB-99E9-63E118BEA23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9454940-9E97-ECD0-DDB1-4A66A51C3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A3B590-9D25-6CBA-2E9A-E6A40C7E9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5B4161-D5EE-447F-8ADC-DA6F99FF5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981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0144E0-6747-A083-EB1B-A4D6B3747C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EE36124-D0CE-F824-0FA7-74E0D3AEB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8DEA-029F-42BB-99E9-63E118BEA23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D80D10-B21E-1214-40E6-86097F386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F4ECAA-EF70-00B6-A403-A167D4EA95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5B4161-D5EE-447F-8ADC-DA6F99FF5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5494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DC796F-929A-FE91-D834-A252AAC3B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8DEA-029F-42BB-99E9-63E118BEA23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24F1AB-F0BE-332F-BE0B-68528A34C8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9FFEB5-073E-8C78-B8CA-6C23D54C8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5B4161-D5EE-447F-8ADC-DA6F99FF5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3505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0C3DC0-06C4-DCED-9DE6-C9FAEEBF5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FB8AAF-C330-E8A9-9E88-E7399EBAB9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7B676F-A05D-25A3-7D05-6948BAEA9E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A3FBE8-11BF-8AAA-CFD5-748E8AA1F1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8DEA-029F-42BB-99E9-63E118BEA23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4DB48F-26E9-4666-7667-6860BC6532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2ADD23-7345-82FD-B48E-65F0285F5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5B4161-D5EE-447F-8ADC-DA6F99FF5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7250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A3269-D8EF-0369-C475-2F948D2AAF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3486910-8040-9977-6F8B-EE40D132D2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78D4CA-3C28-561A-BE04-979BBB1FC9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5FA0C0-7DAF-D3E0-5B62-E0E4F0AB4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8DEA-029F-42BB-99E9-63E118BEA23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A3DFC4-0DE5-C10C-9871-A28A34066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8FDB37-065E-8CF3-4117-EE580C134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5B4161-D5EE-447F-8ADC-DA6F99FF5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2897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D1306B-01D0-3C28-C2AD-1FAF6901D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FCC7D0B-1F16-E373-E0E3-9DDAFF6BC7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F86E01-8DC7-FF77-3051-F85C8E619B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8DEA-029F-42BB-99E9-63E118BEA23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0B37DB-25D1-9F24-2EFE-FD5794DB3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A17936-981F-0849-0547-0D2DAC6CF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5B4161-D5EE-447F-8ADC-DA6F99FF5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16922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14440E3-08EF-AEC3-DCF6-E8B5874F0D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3BB0C3-3DC8-0369-E3CE-E02535E1D9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8CD6F5-19F1-ED5F-1DBD-6C627DCCCF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8DEA-029F-42BB-99E9-63E118BEA23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2DB188-F8D1-E5B5-E680-C8DA301F7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B2E4BA-E7B8-DF2B-9211-1C9E05F4E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5B4161-D5EE-447F-8ADC-DA6F99FF5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74435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E9FC90-123F-345E-9807-CB2A99FFC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F62E3E-CF7D-71CB-8F98-8903F1246A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40E51A-7173-3F4B-CF1F-1EE2001581B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1F8DEA-029F-42BB-99E9-63E118BEA23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2A2387-74CC-8535-B69E-714D39BF64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A1CDF7-12C0-7D90-C6F0-9A9093A8F2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5B4161-D5EE-447F-8ADC-DA6F99FF5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3076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7C5B6-A199-4791-C4AA-875B61E95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E61DE22-6F15-5687-FB98-E6C6C58BCCE2}"/>
                  </a:ext>
                </a:extLst>
              </p:cNvPr>
              <p:cNvSpPr>
                <a:spLocks noGrp="1"/>
              </p:cNvSpPr>
              <p:nvPr>
                <p:ph type="ctrTitle"/>
              </p:nvPr>
            </p:nvSpPr>
            <p:spPr>
              <a:xfrm>
                <a:off x="1000496" y="683755"/>
                <a:ext cx="10191008" cy="1720223"/>
              </a:xfrm>
            </p:spPr>
            <p:txBody>
              <a:bodyPr>
                <a:normAutofit fontScale="90000"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High Probability Streaming Lower Bounds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𝔽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 Estimation</a:t>
                </a:r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E61DE22-6F15-5687-FB98-E6C6C58BCC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ctrTitle"/>
              </p:nvPr>
            </p:nvSpPr>
            <p:spPr>
              <a:xfrm>
                <a:off x="1000496" y="683755"/>
                <a:ext cx="10191008" cy="1720223"/>
              </a:xfrm>
              <a:blipFill>
                <a:blip r:embed="rId3"/>
                <a:stretch>
                  <a:fillRect t="-6028" r="-419" b="-219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B0450BF8-E3E5-B6CB-ED54-F00A183897E2}"/>
              </a:ext>
            </a:extLst>
          </p:cNvPr>
          <p:cNvSpPr txBox="1"/>
          <p:nvPr/>
        </p:nvSpPr>
        <p:spPr>
          <a:xfrm>
            <a:off x="4564380" y="4949352"/>
            <a:ext cx="31546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David P. Woodruff</a:t>
            </a:r>
          </a:p>
          <a:p>
            <a:pPr algn="ctr"/>
            <a:r>
              <a:rPr lang="en-US" sz="2400" dirty="0"/>
              <a:t>CMU, Google Research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F3DEB9-7D7A-78D2-FD4E-3C4C98658D93}"/>
              </a:ext>
            </a:extLst>
          </p:cNvPr>
          <p:cNvSpPr txBox="1"/>
          <p:nvPr/>
        </p:nvSpPr>
        <p:spPr>
          <a:xfrm>
            <a:off x="9036777" y="4949622"/>
            <a:ext cx="292655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Samson Zhou</a:t>
            </a:r>
          </a:p>
          <a:p>
            <a:pPr algn="ctr"/>
            <a:r>
              <a:rPr lang="en-US" sz="2400" dirty="0"/>
              <a:t>T</a:t>
            </a:r>
            <a:r>
              <a:rPr lang="en-US" altLang="zh-CN" sz="2400" dirty="0"/>
              <a:t>exas A&amp;M</a:t>
            </a:r>
            <a:endParaRPr lang="en-US" sz="2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62C89E-322F-86A0-5308-49328B68C18C}"/>
              </a:ext>
            </a:extLst>
          </p:cNvPr>
          <p:cNvSpPr txBox="1"/>
          <p:nvPr/>
        </p:nvSpPr>
        <p:spPr>
          <a:xfrm>
            <a:off x="548097" y="4949352"/>
            <a:ext cx="292655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William </a:t>
            </a:r>
            <a:r>
              <a:rPr lang="en-US" sz="2400" dirty="0" err="1"/>
              <a:t>Swartworth</a:t>
            </a:r>
            <a:endParaRPr lang="en-US" sz="2400" dirty="0"/>
          </a:p>
          <a:p>
            <a:pPr algn="ctr"/>
            <a:r>
              <a:rPr lang="en-US" sz="2400" dirty="0"/>
              <a:t>CMU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3D1EC0FA-F3AF-AA65-9548-2D91DB728F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5507" y="2733801"/>
            <a:ext cx="7863873" cy="1720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25295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FA4D1-0DC5-F654-D0D2-8C17FDED6E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10A0B0-09D2-3BA2-E255-B47973E76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Streaming Model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CE49C69-0734-1B09-C1ED-336F3A3A77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buClr>
                    <a:schemeClr val="tx1"/>
                  </a:buClr>
                </a:pPr>
                <a:r>
                  <a:rPr lang="en-US" dirty="0">
                    <a:solidFill>
                      <a:srgbClr val="00B050"/>
                    </a:solidFill>
                  </a:rPr>
                  <a:t>Input</a:t>
                </a:r>
                <a:r>
                  <a:rPr lang="en-US" dirty="0"/>
                  <a:t>: Elements of an underlying data set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, which arrives sequentially</a:t>
                </a:r>
              </a:p>
              <a:p>
                <a:pPr>
                  <a:buClr>
                    <a:schemeClr val="tx1"/>
                  </a:buClr>
                </a:pPr>
                <a:endParaRPr lang="en-US" dirty="0">
                  <a:solidFill>
                    <a:srgbClr val="00B050"/>
                  </a:solidFill>
                </a:endParaRPr>
              </a:p>
              <a:p>
                <a:pPr>
                  <a:buClr>
                    <a:schemeClr val="tx1"/>
                  </a:buClr>
                </a:pPr>
                <a:r>
                  <a:rPr lang="en-US" dirty="0">
                    <a:solidFill>
                      <a:srgbClr val="00B050"/>
                    </a:solidFill>
                  </a:rPr>
                  <a:t>Output</a:t>
                </a:r>
                <a:r>
                  <a:rPr lang="en-US" dirty="0"/>
                  <a:t>: Evaluation (or approximation) of a given function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CE49C69-0734-1B09-C1ED-336F3A3A77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5C0BAD0-80C0-F3C8-2C9F-68661E4F8503}"/>
              </a:ext>
            </a:extLst>
          </p:cNvPr>
          <p:cNvSpPr txBox="1">
            <a:spLocks/>
          </p:cNvSpPr>
          <p:nvPr/>
        </p:nvSpPr>
        <p:spPr>
          <a:xfrm>
            <a:off x="1179831" y="5862160"/>
            <a:ext cx="2880000" cy="540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indent="0" algn="ctr">
              <a:spcBef>
                <a:spcPts val="0"/>
              </a:spcBef>
              <a:buClr>
                <a:schemeClr val="tx1"/>
              </a:buClr>
              <a:buFont typeface="Arial" panose="020B0604020202020204" pitchFamily="34" charset="0"/>
              <a:buNone/>
            </a:pPr>
            <a:r>
              <a:rPr lang="en-US" sz="2800"/>
              <a:t>Internet traffic</a:t>
            </a:r>
            <a:endParaRPr lang="en-US" sz="280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C46CFA4-01F4-5F3F-D2FC-7315FEE2FCEA}"/>
              </a:ext>
            </a:extLst>
          </p:cNvPr>
          <p:cNvSpPr txBox="1">
            <a:spLocks/>
          </p:cNvSpPr>
          <p:nvPr/>
        </p:nvSpPr>
        <p:spPr>
          <a:xfrm>
            <a:off x="4606469" y="5862160"/>
            <a:ext cx="2880000" cy="540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indent="0" algn="ctr">
              <a:spcBef>
                <a:spcPts val="0"/>
              </a:spcBef>
              <a:buClr>
                <a:schemeClr val="tx1"/>
              </a:buClr>
              <a:buNone/>
            </a:pPr>
            <a:r>
              <a:rPr lang="en-US" sz="2800" dirty="0"/>
              <a:t>Sensor networks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698307B-C5B5-7347-E264-305DB32A1542}"/>
              </a:ext>
            </a:extLst>
          </p:cNvPr>
          <p:cNvSpPr txBox="1">
            <a:spLocks/>
          </p:cNvSpPr>
          <p:nvPr/>
        </p:nvSpPr>
        <p:spPr>
          <a:xfrm>
            <a:off x="8033107" y="5864581"/>
            <a:ext cx="2880000" cy="5788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indent="0" algn="ctr">
              <a:spcBef>
                <a:spcPts val="0"/>
              </a:spcBef>
              <a:buClr>
                <a:schemeClr val="tx1"/>
              </a:buClr>
              <a:buNone/>
            </a:pPr>
            <a:r>
              <a:rPr lang="en-US" altLang="zh-CN" sz="2800" dirty="0"/>
              <a:t>Stock markets</a:t>
            </a:r>
            <a:endParaRPr lang="en-US" sz="2800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15A01097-D2C2-8C4A-DF26-6E3E2CFA81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6140" y="4107930"/>
            <a:ext cx="2126581" cy="1715343"/>
          </a:xfrm>
          <a:prstGeom prst="rect">
            <a:avLst/>
          </a:prstGeom>
        </p:spPr>
      </p:pic>
      <p:pic>
        <p:nvPicPr>
          <p:cNvPr id="9" name="图片 13">
            <a:extLst>
              <a:ext uri="{FF2B5EF4-FFF2-40B4-BE49-F238E27FC236}">
                <a16:creationId xmlns:a16="http://schemas.microsoft.com/office/drawing/2014/main" id="{C76580A2-8A1A-C1F6-CA31-62CF2FA8B6A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64" r="58376" b="22816"/>
          <a:stretch/>
        </p:blipFill>
        <p:spPr>
          <a:xfrm>
            <a:off x="8235311" y="4107929"/>
            <a:ext cx="2376621" cy="1715343"/>
          </a:xfrm>
          <a:prstGeom prst="rect">
            <a:avLst/>
          </a:prstGeom>
        </p:spPr>
      </p:pic>
      <p:pic>
        <p:nvPicPr>
          <p:cNvPr id="10" name="图片 15">
            <a:extLst>
              <a:ext uri="{FF2B5EF4-FFF2-40B4-BE49-F238E27FC236}">
                <a16:creationId xmlns:a16="http://schemas.microsoft.com/office/drawing/2014/main" id="{1E02D111-9448-49DA-C1D4-3BB401E5AEE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53" r="18406" b="13034"/>
          <a:stretch/>
        </p:blipFill>
        <p:spPr>
          <a:xfrm>
            <a:off x="4677039" y="4107929"/>
            <a:ext cx="2738862" cy="1715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89982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C00000"/>
                </a:solidFill>
              </a:rPr>
              <a:t>Frequency Vector</a:t>
            </a:r>
            <a:endParaRPr lang="en-US" dirty="0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242755" cy="4859260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Given a set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 of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elements from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, 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</a:rPr>
                  <a:t>be the frequency of element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. (How often it appears)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endParaRPr lang="en-US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buClr>
                    <a:schemeClr val="tx1"/>
                  </a:buClr>
                </a:pPr>
                <a:r>
                  <a:rPr lang="en-US" altLang="zh-CN" dirty="0">
                    <a:solidFill>
                      <a:srgbClr val="00B050"/>
                    </a:solidFill>
                  </a:rPr>
                  <a:t>Insertion-only stream</a:t>
                </a:r>
                <a:r>
                  <a:rPr lang="en-US" altLang="zh-CN" dirty="0"/>
                  <a:t>: each update only increases coordinates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buClr>
                    <a:schemeClr val="tx1"/>
                  </a:buClr>
                </a:pPr>
                <a:r>
                  <a:rPr lang="en-US" altLang="zh-CN" dirty="0">
                    <a:solidFill>
                      <a:srgbClr val="00B050"/>
                    </a:solidFill>
                  </a:rPr>
                  <a:t>Insertion-deletion stream</a:t>
                </a:r>
                <a:r>
                  <a:rPr lang="en-US" altLang="zh-CN" dirty="0"/>
                  <a:t>: when updates can increase or decrease coordinates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buClr>
                    <a:schemeClr val="tx1"/>
                  </a:buClr>
                </a:pPr>
                <a:r>
                  <a:rPr lang="en-US" dirty="0">
                    <a:solidFill>
                      <a:srgbClr val="00B050"/>
                    </a:solidFill>
                  </a:rPr>
                  <a:t>Goal</a:t>
                </a:r>
                <a:r>
                  <a:rPr lang="en-US" dirty="0"/>
                  <a:t>: Use space </a:t>
                </a:r>
                <a:r>
                  <a:rPr lang="en-US" i="1" dirty="0">
                    <a:solidFill>
                      <a:srgbClr val="7030A0"/>
                    </a:solidFill>
                  </a:rPr>
                  <a:t>sublinear</a:t>
                </a:r>
                <a:r>
                  <a:rPr lang="en-US" i="1" dirty="0"/>
                  <a:t> </a:t>
                </a:r>
                <a:r>
                  <a:rPr lang="en-US" dirty="0"/>
                  <a:t>in the stream length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and dimension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242755" cy="4859260"/>
              </a:xfrm>
              <a:blipFill>
                <a:blip r:embed="rId2"/>
                <a:stretch>
                  <a:fillRect l="-1071" t="-20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600D81D-0252-476F-8A28-E78DFD4FAB04}"/>
                  </a:ext>
                </a:extLst>
              </p:cNvPr>
              <p:cNvSpPr txBox="1"/>
              <p:nvPr/>
            </p:nvSpPr>
            <p:spPr>
              <a:xfrm>
                <a:off x="2239941" y="3075057"/>
                <a:ext cx="7262181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4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1 1 2 1 2 1 1 2 3 </a:t>
                </a:r>
                <a:r>
                  <a:rPr kumimoji="0" lang="en-US" sz="4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  <a:sym typeface="Wingdings 3" panose="05040102010807070707" pitchFamily="18" charset="2"/>
                  </a:rPr>
                  <a:t>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kumimoji="0" lang="en-US" sz="4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C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dPr>
                      <m:e>
                        <m:r>
                          <a:rPr kumimoji="0" lang="en-US" sz="4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C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5, 3, 1, 0</m:t>
                        </m:r>
                      </m:e>
                    </m:d>
                    <m:r>
                      <a:rPr kumimoji="0" lang="en-US" sz="40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C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≔</m:t>
                    </m:r>
                    <m:r>
                      <a:rPr kumimoji="0" lang="en-US" sz="40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C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𝑓</m:t>
                    </m:r>
                  </m:oMath>
                </a14:m>
                <a:endParaRPr kumimoji="0" lang="en-US" sz="4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600D81D-0252-476F-8A28-E78DFD4FAB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9941" y="3075057"/>
                <a:ext cx="7262181" cy="707886"/>
              </a:xfrm>
              <a:prstGeom prst="rect">
                <a:avLst/>
              </a:prstGeom>
              <a:blipFill>
                <a:blip r:embed="rId3"/>
                <a:stretch>
                  <a:fillRect l="-2936" t="-17094" b="-358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72028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419AC-DCE6-4371-8DE2-D617E99D6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Frequency Moments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3">
                <a:extLst>
                  <a:ext uri="{FF2B5EF4-FFF2-40B4-BE49-F238E27FC236}">
                    <a16:creationId xmlns:a16="http://schemas.microsoft.com/office/drawing/2014/main" id="{46EDD9D9-1338-4BC5-9D28-964A84C143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242755" cy="4734973"/>
              </a:xfrm>
            </p:spPr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dirty="0"/>
                  <a:t>Given a set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 of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elements from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, 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</a:rPr>
                  <a:t>be the frequency of element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. (How often it appears)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dirty="0">
                    <a:solidFill>
                      <a:schemeClr val="tx1"/>
                    </a:solidFill>
                  </a:rPr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US" dirty="0"/>
                  <a:t> be the frequency moment of the vector:</a:t>
                </a:r>
              </a:p>
              <a:p>
                <a:pPr lvl="1">
                  <a:buClr>
                    <a:schemeClr val="tx1"/>
                  </a:buClr>
                </a:pPr>
                <a:endParaRPr lang="en-US" dirty="0">
                  <a:solidFill>
                    <a:schemeClr val="tx1"/>
                  </a:solidFill>
                </a:endParaRPr>
              </a:p>
              <a:p>
                <a:pPr lvl="1">
                  <a:buClr>
                    <a:schemeClr val="tx1"/>
                  </a:buClr>
                </a:pPr>
                <a:endParaRPr lang="en-US" dirty="0"/>
              </a:p>
              <a:p>
                <a:pPr lvl="1">
                  <a:buClr>
                    <a:schemeClr val="tx1"/>
                  </a:buClr>
                </a:pPr>
                <a:endParaRPr lang="en-US" dirty="0">
                  <a:solidFill>
                    <a:schemeClr val="tx1"/>
                  </a:solidFill>
                </a:endParaRPr>
              </a:p>
              <a:p>
                <a:pPr>
                  <a:buClr>
                    <a:schemeClr val="tx1"/>
                  </a:buClr>
                </a:pPr>
                <a:r>
                  <a:rPr lang="en-US" dirty="0">
                    <a:solidFill>
                      <a:srgbClr val="00B050"/>
                    </a:solidFill>
                  </a:rPr>
                  <a:t>Goal</a:t>
                </a:r>
                <a:r>
                  <a:rPr lang="en-US" dirty="0"/>
                  <a:t>: </a:t>
                </a:r>
                <a:r>
                  <a:rPr lang="en-US" dirty="0">
                    <a:solidFill>
                      <a:schemeClr val="tx1"/>
                    </a:solidFill>
                  </a:rPr>
                  <a:t>Given a 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elements from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</a:rPr>
                  <a:t>and an accuracy parameter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, output a </a:t>
                </a:r>
                <a14:m>
                  <m:oMath xmlns:m="http://schemas.openxmlformats.org/officeDocument/2006/math">
                    <m:r>
                      <a:rPr lang="en-US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(1+</m:t>
                    </m:r>
                    <m:r>
                      <a:rPr lang="en-US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𝜀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-approximation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en-US" dirty="0"/>
              </a:p>
              <a:p>
                <a:pPr>
                  <a:buClr>
                    <a:schemeClr val="tx1"/>
                  </a:buClr>
                </a:pPr>
                <a:r>
                  <a:rPr lang="en-US" dirty="0">
                    <a:solidFill>
                      <a:srgbClr val="00B050"/>
                    </a:solidFill>
                  </a:rPr>
                  <a:t>Motivation</a:t>
                </a:r>
                <a:r>
                  <a:rPr lang="en-US" dirty="0"/>
                  <a:t>: Entropy estimation, linear regression, subroutine for many other problems</a:t>
                </a:r>
              </a:p>
            </p:txBody>
          </p:sp>
        </mc:Choice>
        <mc:Fallback xmlns="">
          <p:sp>
            <p:nvSpPr>
              <p:cNvPr id="5" name="Content Placeholder 3">
                <a:extLst>
                  <a:ext uri="{FF2B5EF4-FFF2-40B4-BE49-F238E27FC236}">
                    <a16:creationId xmlns:a16="http://schemas.microsoft.com/office/drawing/2014/main" id="{46EDD9D9-1338-4BC5-9D28-964A84C143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242755" cy="4734973"/>
              </a:xfrm>
              <a:blipFill>
                <a:blip r:embed="rId2"/>
                <a:stretch>
                  <a:fillRect l="-1071" t="-20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2FD8736-F162-41C2-9CE0-9BF3ADDC3736}"/>
                  </a:ext>
                </a:extLst>
              </p:cNvPr>
              <p:cNvSpPr/>
              <p:nvPr/>
            </p:nvSpPr>
            <p:spPr>
              <a:xfrm>
                <a:off x="3263654" y="3369518"/>
                <a:ext cx="6253315" cy="63177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2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32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32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3200" b="0" i="1" dirty="0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dirty="0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3200" b="0" i="1" dirty="0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sz="3200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</m:sSup>
                      <m:r>
                        <a:rPr lang="en-US" sz="32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32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32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3200" b="0" i="1" dirty="0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dirty="0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3200" b="0" i="1" dirty="0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sz="3200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</m:sSup>
                      <m:r>
                        <a:rPr lang="en-US" sz="32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+ …+</m:t>
                      </m:r>
                      <m:sSup>
                        <m:sSupPr>
                          <m:ctrlPr>
                            <a:rPr lang="en-US" sz="32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32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3200" b="0" i="1" dirty="0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dirty="0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3200" b="0" i="1" dirty="0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sz="32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</m:sSup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2FD8736-F162-41C2-9CE0-9BF3ADDC373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3654" y="3369518"/>
                <a:ext cx="6253315" cy="63177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74461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71"/>
    </mc:Choice>
    <mc:Fallback xmlns="">
      <p:transition spd="slow" advTm="17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ABA9C3-3702-CEE6-2ADF-3E8393B66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9466F46-813A-0FAD-E729-06BAB3806691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 Estimation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9466F46-813A-0FAD-E729-06BAB38066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3">
                <a:extLst>
                  <a:ext uri="{FF2B5EF4-FFF2-40B4-BE49-F238E27FC236}">
                    <a16:creationId xmlns:a16="http://schemas.microsoft.com/office/drawing/2014/main" id="{356A55E7-82C6-AA23-635A-42E58F32F16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242755" cy="4734973"/>
              </a:xfrm>
            </p:spPr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dirty="0"/>
                  <a:t>AMS algorithm gives </a:t>
                </a:r>
                <a14:m>
                  <m:oMath xmlns:m="http://schemas.openxmlformats.org/officeDocument/2006/math">
                    <m:r>
                      <a:rPr lang="en-US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(1+</m:t>
                    </m:r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𝜀</m:t>
                    </m:r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-approximation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using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p>
                                <m:r>
                                  <a:rPr lang="en-US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func>
                          <m:funcPr>
                            <m:ctrlPr>
                              <a:rPr lang="en-US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en-US" dirty="0"/>
                  <a:t> bits of communication </a:t>
                </a:r>
                <a:r>
                  <a:rPr lang="en-US" dirty="0">
                    <a:solidFill>
                      <a:schemeClr val="accent1"/>
                    </a:solidFill>
                  </a:rPr>
                  <a:t>[AlonMatiasSzegedy99]</a:t>
                </a:r>
              </a:p>
              <a:p>
                <a:pPr>
                  <a:buClr>
                    <a:schemeClr val="tx1"/>
                  </a:buClr>
                </a:pPr>
                <a:endParaRPr lang="en-US" dirty="0">
                  <a:solidFill>
                    <a:schemeClr val="accent1"/>
                  </a:solidFill>
                </a:endParaRPr>
              </a:p>
              <a:p>
                <a:pPr>
                  <a:buClr>
                    <a:schemeClr val="tx1"/>
                  </a:buClr>
                </a:pPr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−1,+1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 be a random sign vector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⟨"/>
                        <m:endChr m:val="⟩"/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+…+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b="0" dirty="0"/>
              </a:p>
              <a:p>
                <a:pPr>
                  <a:buClr>
                    <a:schemeClr val="tx1"/>
                  </a:buClr>
                </a:pPr>
                <a:endParaRPr lang="en-US" dirty="0"/>
              </a:p>
              <a:p>
                <a:pPr>
                  <a:buClr>
                    <a:schemeClr val="tx1"/>
                  </a:buClr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p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∈[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]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endParaRPr lang="en-US" dirty="0">
                  <a:solidFill>
                    <a:srgbClr val="C00000"/>
                  </a:solidFill>
                </a:endParaRPr>
              </a:p>
              <a:p>
                <a:pPr>
                  <a:buClr>
                    <a:schemeClr val="tx1"/>
                  </a:buClr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+…+</m:t>
                        </m:r>
                        <m:sSubSup>
                          <m:sSubSup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sSub>
                      <m:sSub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b="0" dirty="0"/>
              </a:p>
            </p:txBody>
          </p:sp>
        </mc:Choice>
        <mc:Fallback xmlns="">
          <p:sp>
            <p:nvSpPr>
              <p:cNvPr id="5" name="Content Placeholder 3">
                <a:extLst>
                  <a:ext uri="{FF2B5EF4-FFF2-40B4-BE49-F238E27FC236}">
                    <a16:creationId xmlns:a16="http://schemas.microsoft.com/office/drawing/2014/main" id="{356A55E7-82C6-AA23-635A-42E58F32F1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242755" cy="4734973"/>
              </a:xfrm>
              <a:blipFill>
                <a:blip r:embed="rId3"/>
                <a:stretch>
                  <a:fillRect l="-10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85719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5229A5-9A1C-4A3D-BEC4-A0113B6EA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263005-D7FE-4C66-C984-53A956EBE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AMS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3">
                <a:extLst>
                  <a:ext uri="{FF2B5EF4-FFF2-40B4-BE49-F238E27FC236}">
                    <a16:creationId xmlns:a16="http://schemas.microsoft.com/office/drawing/2014/main" id="{8DFD944A-28B1-93B7-81BA-DB75EA58ED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242755" cy="4734973"/>
              </a:xfrm>
            </p:spPr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E</m:t>
                    </m:r>
                    <m:r>
                      <a:rPr lang="en-US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[</m:t>
                    </m:r>
                    <m:sSup>
                      <m:sSup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p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]</m:t>
                    </m:r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∈[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]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endParaRPr lang="en-US" dirty="0">
                  <a:solidFill>
                    <a:srgbClr val="C00000"/>
                  </a:solidFill>
                </a:endParaRPr>
              </a:p>
              <a:p>
                <a:pPr>
                  <a:buClr>
                    <a:schemeClr val="tx1"/>
                  </a:buClr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Var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m:rPr>
                        <m:sty m:val="p"/>
                      </m:rPr>
                      <a:rPr lang="en-US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e>
                    </m:d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sub>
                      <m:sup/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b>
                        </m:sSub>
                      </m:e>
                    </m:nary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≤6</m:t>
                    </m:r>
                    <m:sSubSup>
                      <m:sSubSup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dirty="0">
                  <a:solidFill>
                    <a:srgbClr val="C00000"/>
                  </a:solidFill>
                </a:endParaRPr>
              </a:p>
              <a:p>
                <a:pPr>
                  <a:buClr>
                    <a:schemeClr val="tx1"/>
                  </a:buClr>
                </a:pPr>
                <a:endParaRPr lang="en-US" dirty="0">
                  <a:solidFill>
                    <a:srgbClr val="C00000"/>
                  </a:solidFill>
                </a:endParaRPr>
              </a:p>
              <a:p>
                <a:pPr>
                  <a:buClr>
                    <a:schemeClr val="tx1"/>
                  </a:buClr>
                </a:pPr>
                <a:r>
                  <a:rPr lang="en-US" dirty="0">
                    <a:solidFill>
                      <a:srgbClr val="00B050"/>
                    </a:solidFill>
                  </a:rPr>
                  <a:t>Chebyshev’s inequality</a:t>
                </a:r>
                <a:r>
                  <a:rPr lang="en-US" dirty="0"/>
                  <a:t>: the average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p>
                                <m: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d>
                  </m:oMath>
                </a14:m>
                <a:r>
                  <a:rPr lang="en-US" dirty="0"/>
                  <a:t> independent instances gets </a:t>
                </a:r>
                <a14:m>
                  <m:oMath xmlns:m="http://schemas.openxmlformats.org/officeDocument/2006/math">
                    <m:r>
                      <a:rPr lang="en-US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(1+</m:t>
                    </m:r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𝜀</m:t>
                    </m:r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-approximation with probability at least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endParaRPr lang="en-US" dirty="0">
                  <a:solidFill>
                    <a:srgbClr val="C00000"/>
                  </a:solidFill>
                </a:endParaRPr>
              </a:p>
              <a:p>
                <a:pPr>
                  <a:buClr>
                    <a:schemeClr val="tx1"/>
                  </a:buClr>
                </a:pPr>
                <a:endParaRPr lang="en-US" dirty="0">
                  <a:solidFill>
                    <a:srgbClr val="C00000"/>
                  </a:solidFill>
                </a:endParaRPr>
              </a:p>
              <a:p>
                <a:pPr>
                  <a:buClr>
                    <a:schemeClr val="tx1"/>
                  </a:buClr>
                </a:pPr>
                <a:r>
                  <a:rPr lang="en-US" dirty="0"/>
                  <a:t>AMS algorithm gives </a:t>
                </a:r>
                <a14:m>
                  <m:oMath xmlns:m="http://schemas.openxmlformats.org/officeDocument/2006/math">
                    <m:r>
                      <a:rPr lang="en-US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(1+</m:t>
                    </m:r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𝜀</m:t>
                    </m:r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-approximation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using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p>
                                <m:r>
                                  <a:rPr lang="en-US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func>
                          <m:funcPr>
                            <m:ctrlPr>
                              <a:rPr lang="en-US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en-US" dirty="0"/>
                  <a:t> bits of communication </a:t>
                </a:r>
                <a:r>
                  <a:rPr lang="en-US" dirty="0">
                    <a:solidFill>
                      <a:schemeClr val="accent1"/>
                    </a:solidFill>
                  </a:rPr>
                  <a:t>[AlonMatiasSzegedy99]</a:t>
                </a:r>
                <a:endParaRPr lang="en-US" dirty="0">
                  <a:solidFill>
                    <a:srgbClr val="C00000"/>
                  </a:solidFill>
                </a:endParaRPr>
              </a:p>
              <a:p>
                <a:pPr marL="0" indent="0">
                  <a:buClr>
                    <a:schemeClr val="tx1"/>
                  </a:buClr>
                  <a:buNone/>
                </a:pPr>
                <a:endParaRPr lang="en-US" b="0" dirty="0">
                  <a:solidFill>
                    <a:srgbClr val="C00000"/>
                  </a:solidFill>
                </a:endParaRPr>
              </a:p>
              <a:p>
                <a:pPr marL="0" indent="0">
                  <a:buClr>
                    <a:schemeClr val="tx1"/>
                  </a:buClr>
                  <a:buNone/>
                </a:pPr>
                <a:endParaRPr lang="en-US" b="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" name="Content Placeholder 3">
                <a:extLst>
                  <a:ext uri="{FF2B5EF4-FFF2-40B4-BE49-F238E27FC236}">
                    <a16:creationId xmlns:a16="http://schemas.microsoft.com/office/drawing/2014/main" id="{8DFD944A-28B1-93B7-81BA-DB75EA58ED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242755" cy="4734973"/>
              </a:xfrm>
              <a:blipFill>
                <a:blip r:embed="rId2"/>
                <a:stretch>
                  <a:fillRect l="-10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272173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</TotalTime>
  <Words>330</Words>
  <Application>Microsoft Office PowerPoint</Application>
  <PresentationFormat>Widescreen</PresentationFormat>
  <Paragraphs>49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Cambria Math</vt:lpstr>
      <vt:lpstr>Office Theme</vt:lpstr>
      <vt:lpstr>High Probability Streaming Lower Bounds for F_2 Estimation</vt:lpstr>
      <vt:lpstr>Streaming Model</vt:lpstr>
      <vt:lpstr>Frequency Vector</vt:lpstr>
      <vt:lpstr>Frequency Moments</vt:lpstr>
      <vt:lpstr>F_2 Estimation</vt:lpstr>
      <vt:lpstr>AMS Algorithm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Samson Zhou</dc:creator>
  <cp:lastModifiedBy>Samson Zhou</cp:lastModifiedBy>
  <cp:revision>1</cp:revision>
  <dcterms:created xsi:type="dcterms:W3CDTF">2026-08-14T21:48:45Z</dcterms:created>
  <dcterms:modified xsi:type="dcterms:W3CDTF">2026-08-18T02:30:43Z</dcterms:modified>
</cp:coreProperties>
</file>